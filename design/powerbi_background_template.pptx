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idebar-bg"/>
          <p:cNvSpPr>
            <a:spLocks noGrp="1"/>
          </p:cNvSpPr>
          <p:nvPr/>
        </p:nvSpPr>
        <p:spPr>
          <a:xfrm>
            <a:off x="0" y="0"/>
            <a:ext cx="1676400" cy="6858000"/>
          </a:xfrm>
          <a:prstGeom prst="rect">
            <a:avLst/>
          </a:prstGeom>
          <a:solidFill>
            <a:srgbClr val="1E293B"/>
          </a:solidFill>
          <a:ln w="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port-bg"/>
          <p:cNvSpPr>
            <a:spLocks noGrp="1"/>
          </p:cNvSpPr>
          <p:nvPr/>
        </p:nvSpPr>
        <p:spPr>
          <a:xfrm>
            <a:off x="1676400" y="0"/>
            <a:ext cx="105156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op-rule"/>
          <p:cNvSpPr>
            <a:spLocks noGrp="1"/>
          </p:cNvSpPr>
          <p:nvPr/>
        </p:nvSpPr>
        <p:spPr>
          <a:xfrm>
            <a:off x="1676400" y="0"/>
            <a:ext cx="10515600" cy="9525"/>
          </a:xfrm>
          <a:prstGeom prst="rect">
            <a:avLst/>
          </a:prstGeom>
          <a:solidFill>
            <a:srgbClr val="DFE7F1"/>
          </a:solidFill>
          <a:ln w="0">
            <a:solidFill>
              <a:srgbClr val="DFE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190500" y="266700"/>
            <a:ext cx="12954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endParaRPr sz="10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5" name="nav-Overview"/>
          <p:cNvSpPr>
            <a:spLocks noGrp="1"/>
          </p:cNvSpPr>
          <p:nvPr/>
        </p:nvSpPr>
        <p:spPr>
          <a:xfrm>
            <a:off x="152400" y="781050"/>
            <a:ext cx="1409700" cy="381000"/>
          </a:xfrm>
          <a:prstGeom prst="rect">
            <a:avLst/>
          </a:prstGeom>
          <a:solidFill>
            <a:srgbClr val="28487D"/>
          </a:solidFill>
          <a:ln w="0">
            <a:solidFill>
              <a:srgbClr val="2848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v-Overview-accent"/>
          <p:cNvSpPr>
            <a:spLocks noGrp="1"/>
          </p:cNvSpPr>
          <p:nvPr/>
        </p:nvSpPr>
        <p:spPr>
          <a:xfrm>
            <a:off x="0" y="781050"/>
            <a:ext cx="38100" cy="381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icon-Overview-a"/>
          <p:cNvSpPr>
            <a:spLocks noGrp="1"/>
          </p:cNvSpPr>
          <p:nvPr/>
        </p:nvSpPr>
        <p:spPr>
          <a:xfrm>
            <a:off x="266700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icon-Overview-b"/>
          <p:cNvSpPr>
            <a:spLocks noGrp="1"/>
          </p:cNvSpPr>
          <p:nvPr/>
        </p:nvSpPr>
        <p:spPr>
          <a:xfrm>
            <a:off x="371475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-Overview-c"/>
          <p:cNvSpPr>
            <a:spLocks noGrp="1"/>
          </p:cNvSpPr>
          <p:nvPr/>
        </p:nvSpPr>
        <p:spPr>
          <a:xfrm>
            <a:off x="266700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icon-Overview-d"/>
          <p:cNvSpPr>
            <a:spLocks noGrp="1"/>
          </p:cNvSpPr>
          <p:nvPr/>
        </p:nvSpPr>
        <p:spPr>
          <a:xfrm>
            <a:off x="371475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nav-Tab 1"/>
          <p:cNvSpPr>
            <a:spLocks noGrp="1"/>
          </p:cNvSpPr>
          <p:nvPr/>
        </p:nvSpPr>
        <p:spPr>
          <a:xfrm>
            <a:off x="152400" y="11811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icon-Tab 1-a"/>
          <p:cNvSpPr>
            <a:spLocks noGrp="1"/>
          </p:cNvSpPr>
          <p:nvPr/>
        </p:nvSpPr>
        <p:spPr>
          <a:xfrm>
            <a:off x="266700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-Tab 1-b"/>
          <p:cNvSpPr>
            <a:spLocks noGrp="1"/>
          </p:cNvSpPr>
          <p:nvPr/>
        </p:nvSpPr>
        <p:spPr>
          <a:xfrm>
            <a:off x="371475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con-Tab 1-c"/>
          <p:cNvSpPr>
            <a:spLocks noGrp="1"/>
          </p:cNvSpPr>
          <p:nvPr/>
        </p:nvSpPr>
        <p:spPr>
          <a:xfrm>
            <a:off x="266700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icon-Tab 1-d"/>
          <p:cNvSpPr>
            <a:spLocks noGrp="1"/>
          </p:cNvSpPr>
          <p:nvPr/>
        </p:nvSpPr>
        <p:spPr>
          <a:xfrm>
            <a:off x="371475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nav-Tab 2"/>
          <p:cNvSpPr>
            <a:spLocks noGrp="1"/>
          </p:cNvSpPr>
          <p:nvPr/>
        </p:nvSpPr>
        <p:spPr>
          <a:xfrm>
            <a:off x="152400" y="15811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-Tab 2-a"/>
          <p:cNvSpPr>
            <a:spLocks noGrp="1"/>
          </p:cNvSpPr>
          <p:nvPr/>
        </p:nvSpPr>
        <p:spPr>
          <a:xfrm>
            <a:off x="266700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icon-Tab 2-b"/>
          <p:cNvSpPr>
            <a:spLocks noGrp="1"/>
          </p:cNvSpPr>
          <p:nvPr/>
        </p:nvSpPr>
        <p:spPr>
          <a:xfrm>
            <a:off x="371475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icon-Tab 2-c"/>
          <p:cNvSpPr>
            <a:spLocks noGrp="1"/>
          </p:cNvSpPr>
          <p:nvPr/>
        </p:nvSpPr>
        <p:spPr>
          <a:xfrm>
            <a:off x="266700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icon-Tab 2-d"/>
          <p:cNvSpPr>
            <a:spLocks noGrp="1"/>
          </p:cNvSpPr>
          <p:nvPr/>
        </p:nvSpPr>
        <p:spPr>
          <a:xfrm>
            <a:off x="371475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nav-Tab 3"/>
          <p:cNvSpPr>
            <a:spLocks noGrp="1"/>
          </p:cNvSpPr>
          <p:nvPr/>
        </p:nvSpPr>
        <p:spPr>
          <a:xfrm>
            <a:off x="152400" y="19812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icon-Tab 3-a"/>
          <p:cNvSpPr>
            <a:spLocks noGrp="1"/>
          </p:cNvSpPr>
          <p:nvPr/>
        </p:nvSpPr>
        <p:spPr>
          <a:xfrm>
            <a:off x="266700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icon-Tab 3-b"/>
          <p:cNvSpPr>
            <a:spLocks noGrp="1"/>
          </p:cNvSpPr>
          <p:nvPr/>
        </p:nvSpPr>
        <p:spPr>
          <a:xfrm>
            <a:off x="371475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con-Tab 3-c"/>
          <p:cNvSpPr>
            <a:spLocks noGrp="1"/>
          </p:cNvSpPr>
          <p:nvPr/>
        </p:nvSpPr>
        <p:spPr>
          <a:xfrm>
            <a:off x="266700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icon-Tab 3-d"/>
          <p:cNvSpPr>
            <a:spLocks noGrp="1"/>
          </p:cNvSpPr>
          <p:nvPr/>
        </p:nvSpPr>
        <p:spPr>
          <a:xfrm>
            <a:off x="371475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nav-Tab 4"/>
          <p:cNvSpPr>
            <a:spLocks noGrp="1"/>
          </p:cNvSpPr>
          <p:nvPr/>
        </p:nvSpPr>
        <p:spPr>
          <a:xfrm>
            <a:off x="152400" y="23812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icon-Tab 4-a"/>
          <p:cNvSpPr>
            <a:spLocks noGrp="1"/>
          </p:cNvSpPr>
          <p:nvPr/>
        </p:nvSpPr>
        <p:spPr>
          <a:xfrm>
            <a:off x="266700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icon-Tab 4-b"/>
          <p:cNvSpPr>
            <a:spLocks noGrp="1"/>
          </p:cNvSpPr>
          <p:nvPr/>
        </p:nvSpPr>
        <p:spPr>
          <a:xfrm>
            <a:off x="371475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icon-Tab 4-c"/>
          <p:cNvSpPr>
            <a:spLocks noGrp="1"/>
          </p:cNvSpPr>
          <p:nvPr/>
        </p:nvSpPr>
        <p:spPr>
          <a:xfrm>
            <a:off x="266700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icon-Tab 4-d"/>
          <p:cNvSpPr>
            <a:spLocks noGrp="1"/>
          </p:cNvSpPr>
          <p:nvPr/>
        </p:nvSpPr>
        <p:spPr>
          <a:xfrm>
            <a:off x="371475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209550" y="30289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FILTERS</a:t>
            </a:r>
            <a:endParaRPr sz="675" b="1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ilter-container"/>
          <p:cNvSpPr>
            <a:spLocks noGrp="1"/>
          </p:cNvSpPr>
          <p:nvPr/>
        </p:nvSpPr>
        <p:spPr>
          <a:xfrm>
            <a:off x="209550" y="3276600"/>
            <a:ext cx="1200150" cy="2609850"/>
          </a:xfrm>
          <a:prstGeom prst="rect">
            <a:avLst/>
          </a:prstGeom>
          <a:solidFill>
            <a:srgbClr val="2A3A51"/>
          </a:solidFill>
          <a:ln w="9525">
            <a:solidFill>
              <a:srgbClr val="4354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idebar-bottom-rule"/>
          <p:cNvSpPr>
            <a:spLocks noGrp="1"/>
          </p:cNvSpPr>
          <p:nvPr/>
        </p:nvSpPr>
        <p:spPr>
          <a:xfrm>
            <a:off x="0" y="6229350"/>
            <a:ext cx="1676400" cy="9525"/>
          </a:xfrm>
          <a:prstGeom prst="rect">
            <a:avLst/>
          </a:prstGeom>
          <a:solidFill>
            <a:srgbClr val="334155"/>
          </a:solidFill>
          <a:ln w="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set-button-bg"/>
          <p:cNvSpPr>
            <a:spLocks noGrp="1"/>
          </p:cNvSpPr>
          <p:nvPr/>
        </p:nvSpPr>
        <p:spPr>
          <a:xfrm>
            <a:off x="190500" y="6438900"/>
            <a:ext cx="1295400" cy="266700"/>
          </a:xfrm>
          <a:prstGeom prst="rect">
            <a:avLst/>
          </a:prstGeom>
          <a:solidFill>
            <a:srgbClr val="1D4ED8"/>
          </a:solidFill>
          <a:ln w="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eader-zone"/>
          <p:cNvSpPr>
            <a:spLocks noGrp="1"/>
          </p:cNvSpPr>
          <p:nvPr/>
        </p:nvSpPr>
        <p:spPr>
          <a:xfrm>
            <a:off x="1943100" y="266700"/>
            <a:ext cx="99822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eader-divider"/>
          <p:cNvSpPr>
            <a:spLocks noGrp="1"/>
          </p:cNvSpPr>
          <p:nvPr/>
        </p:nvSpPr>
        <p:spPr>
          <a:xfrm>
            <a:off x="1943100" y="781050"/>
            <a:ext cx="9982200" cy="9525"/>
          </a:xfrm>
          <a:prstGeom prst="rect">
            <a:avLst/>
          </a:prstGeom>
          <a:solidFill>
            <a:srgbClr val="E5EAF1"/>
          </a:solidFill>
          <a:ln w="0">
            <a:solidFill>
              <a:srgbClr val="E5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kpi-1"/>
          <p:cNvSpPr>
            <a:spLocks noGrp="1"/>
          </p:cNvSpPr>
          <p:nvPr/>
        </p:nvSpPr>
        <p:spPr>
          <a:xfrm>
            <a:off x="19431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kpi-2"/>
          <p:cNvSpPr>
            <a:spLocks noGrp="1"/>
          </p:cNvSpPr>
          <p:nvPr/>
        </p:nvSpPr>
        <p:spPr>
          <a:xfrm>
            <a:off x="44767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kpi-3"/>
          <p:cNvSpPr>
            <a:spLocks noGrp="1"/>
          </p:cNvSpPr>
          <p:nvPr/>
        </p:nvSpPr>
        <p:spPr>
          <a:xfrm>
            <a:off x="70104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kpi-4"/>
          <p:cNvSpPr>
            <a:spLocks noGrp="1"/>
          </p:cNvSpPr>
          <p:nvPr/>
        </p:nvSpPr>
        <p:spPr>
          <a:xfrm>
            <a:off x="95440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ain-chart"/>
          <p:cNvSpPr>
            <a:spLocks noGrp="1"/>
          </p:cNvSpPr>
          <p:nvPr/>
        </p:nvSpPr>
        <p:spPr>
          <a:xfrm>
            <a:off x="1943100" y="2171700"/>
            <a:ext cx="63817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upporting-chart-right"/>
          <p:cNvSpPr>
            <a:spLocks noGrp="1"/>
          </p:cNvSpPr>
          <p:nvPr/>
        </p:nvSpPr>
        <p:spPr>
          <a:xfrm>
            <a:off x="8515350" y="2171700"/>
            <a:ext cx="34099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upporting-chart-bottom"/>
          <p:cNvSpPr>
            <a:spLocks noGrp="1"/>
          </p:cNvSpPr>
          <p:nvPr/>
        </p:nvSpPr>
        <p:spPr>
          <a:xfrm>
            <a:off x="1943100" y="5029200"/>
            <a:ext cx="44577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detail-table"/>
          <p:cNvSpPr>
            <a:spLocks noGrp="1"/>
          </p:cNvSpPr>
          <p:nvPr/>
        </p:nvSpPr>
        <p:spPr>
          <a:xfrm>
            <a:off x="6591300" y="5029200"/>
            <a:ext cx="53340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header-accent"/>
          <p:cNvSpPr>
            <a:spLocks noGrp="1"/>
          </p:cNvSpPr>
          <p:nvPr/>
        </p:nvSpPr>
        <p:spPr>
          <a:xfrm>
            <a:off x="1943100" y="895350"/>
            <a:ext cx="60960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idebar-bg"/>
          <p:cNvSpPr>
            <a:spLocks noGrp="1"/>
          </p:cNvSpPr>
          <p:nvPr/>
        </p:nvSpPr>
        <p:spPr>
          <a:xfrm>
            <a:off x="0" y="0"/>
            <a:ext cx="1676400" cy="6858000"/>
          </a:xfrm>
          <a:prstGeom prst="rect">
            <a:avLst/>
          </a:prstGeom>
          <a:solidFill>
            <a:srgbClr val="1E293B"/>
          </a:solidFill>
          <a:ln w="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port-bg"/>
          <p:cNvSpPr>
            <a:spLocks noGrp="1"/>
          </p:cNvSpPr>
          <p:nvPr/>
        </p:nvSpPr>
        <p:spPr>
          <a:xfrm>
            <a:off x="1676400" y="0"/>
            <a:ext cx="105156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op-rule"/>
          <p:cNvSpPr>
            <a:spLocks noGrp="1"/>
          </p:cNvSpPr>
          <p:nvPr/>
        </p:nvSpPr>
        <p:spPr>
          <a:xfrm>
            <a:off x="1676400" y="0"/>
            <a:ext cx="10515600" cy="9525"/>
          </a:xfrm>
          <a:prstGeom prst="rect">
            <a:avLst/>
          </a:prstGeom>
          <a:solidFill>
            <a:srgbClr val="DFE7F1"/>
          </a:solidFill>
          <a:ln w="0">
            <a:solidFill>
              <a:srgbClr val="DFE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v-Overview"/>
          <p:cNvSpPr>
            <a:spLocks noGrp="1"/>
          </p:cNvSpPr>
          <p:nvPr/>
        </p:nvSpPr>
        <p:spPr>
          <a:xfrm>
            <a:off x="152400" y="7810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con-Overview-a"/>
          <p:cNvSpPr>
            <a:spLocks noGrp="1"/>
          </p:cNvSpPr>
          <p:nvPr/>
        </p:nvSpPr>
        <p:spPr>
          <a:xfrm>
            <a:off x="266700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icon-Overview-b"/>
          <p:cNvSpPr>
            <a:spLocks noGrp="1"/>
          </p:cNvSpPr>
          <p:nvPr/>
        </p:nvSpPr>
        <p:spPr>
          <a:xfrm>
            <a:off x="371475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icon-Overview-c"/>
          <p:cNvSpPr>
            <a:spLocks noGrp="1"/>
          </p:cNvSpPr>
          <p:nvPr/>
        </p:nvSpPr>
        <p:spPr>
          <a:xfrm>
            <a:off x="266700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-Overview-d"/>
          <p:cNvSpPr>
            <a:spLocks noGrp="1"/>
          </p:cNvSpPr>
          <p:nvPr/>
        </p:nvSpPr>
        <p:spPr>
          <a:xfrm>
            <a:off x="371475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nav-Tab 1"/>
          <p:cNvSpPr>
            <a:spLocks noGrp="1"/>
          </p:cNvSpPr>
          <p:nvPr/>
        </p:nvSpPr>
        <p:spPr>
          <a:xfrm>
            <a:off x="152400" y="1181100"/>
            <a:ext cx="1409700" cy="381000"/>
          </a:xfrm>
          <a:prstGeom prst="rect">
            <a:avLst/>
          </a:prstGeom>
          <a:solidFill>
            <a:srgbClr val="28487D"/>
          </a:solidFill>
          <a:ln w="0">
            <a:solidFill>
              <a:srgbClr val="2848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nav-Tab 1-accent"/>
          <p:cNvSpPr>
            <a:spLocks noGrp="1"/>
          </p:cNvSpPr>
          <p:nvPr/>
        </p:nvSpPr>
        <p:spPr>
          <a:xfrm>
            <a:off x="0" y="1181100"/>
            <a:ext cx="38100" cy="381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icon-Tab 1-a"/>
          <p:cNvSpPr>
            <a:spLocks noGrp="1"/>
          </p:cNvSpPr>
          <p:nvPr/>
        </p:nvSpPr>
        <p:spPr>
          <a:xfrm>
            <a:off x="266700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-Tab 1-b"/>
          <p:cNvSpPr>
            <a:spLocks noGrp="1"/>
          </p:cNvSpPr>
          <p:nvPr/>
        </p:nvSpPr>
        <p:spPr>
          <a:xfrm>
            <a:off x="371475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con-Tab 1-c"/>
          <p:cNvSpPr>
            <a:spLocks noGrp="1"/>
          </p:cNvSpPr>
          <p:nvPr/>
        </p:nvSpPr>
        <p:spPr>
          <a:xfrm>
            <a:off x="266700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icon-Tab 1-d"/>
          <p:cNvSpPr>
            <a:spLocks noGrp="1"/>
          </p:cNvSpPr>
          <p:nvPr/>
        </p:nvSpPr>
        <p:spPr>
          <a:xfrm>
            <a:off x="371475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nav-Tab 2"/>
          <p:cNvSpPr>
            <a:spLocks noGrp="1"/>
          </p:cNvSpPr>
          <p:nvPr/>
        </p:nvSpPr>
        <p:spPr>
          <a:xfrm>
            <a:off x="152400" y="15811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-Tab 2-a"/>
          <p:cNvSpPr>
            <a:spLocks noGrp="1"/>
          </p:cNvSpPr>
          <p:nvPr/>
        </p:nvSpPr>
        <p:spPr>
          <a:xfrm>
            <a:off x="266700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icon-Tab 2-b"/>
          <p:cNvSpPr>
            <a:spLocks noGrp="1"/>
          </p:cNvSpPr>
          <p:nvPr/>
        </p:nvSpPr>
        <p:spPr>
          <a:xfrm>
            <a:off x="371475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icon-Tab 2-c"/>
          <p:cNvSpPr>
            <a:spLocks noGrp="1"/>
          </p:cNvSpPr>
          <p:nvPr/>
        </p:nvSpPr>
        <p:spPr>
          <a:xfrm>
            <a:off x="266700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icon-Tab 2-d"/>
          <p:cNvSpPr>
            <a:spLocks noGrp="1"/>
          </p:cNvSpPr>
          <p:nvPr/>
        </p:nvSpPr>
        <p:spPr>
          <a:xfrm>
            <a:off x="371475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nav-Tab 3"/>
          <p:cNvSpPr>
            <a:spLocks noGrp="1"/>
          </p:cNvSpPr>
          <p:nvPr/>
        </p:nvSpPr>
        <p:spPr>
          <a:xfrm>
            <a:off x="152400" y="19812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icon-Tab 3-a"/>
          <p:cNvSpPr>
            <a:spLocks noGrp="1"/>
          </p:cNvSpPr>
          <p:nvPr/>
        </p:nvSpPr>
        <p:spPr>
          <a:xfrm>
            <a:off x="266700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icon-Tab 3-b"/>
          <p:cNvSpPr>
            <a:spLocks noGrp="1"/>
          </p:cNvSpPr>
          <p:nvPr/>
        </p:nvSpPr>
        <p:spPr>
          <a:xfrm>
            <a:off x="371475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con-Tab 3-c"/>
          <p:cNvSpPr>
            <a:spLocks noGrp="1"/>
          </p:cNvSpPr>
          <p:nvPr/>
        </p:nvSpPr>
        <p:spPr>
          <a:xfrm>
            <a:off x="266700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icon-Tab 3-d"/>
          <p:cNvSpPr>
            <a:spLocks noGrp="1"/>
          </p:cNvSpPr>
          <p:nvPr/>
        </p:nvSpPr>
        <p:spPr>
          <a:xfrm>
            <a:off x="371475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nav-Tab 4"/>
          <p:cNvSpPr>
            <a:spLocks noGrp="1"/>
          </p:cNvSpPr>
          <p:nvPr/>
        </p:nvSpPr>
        <p:spPr>
          <a:xfrm>
            <a:off x="152400" y="23812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icon-Tab 4-a"/>
          <p:cNvSpPr>
            <a:spLocks noGrp="1"/>
          </p:cNvSpPr>
          <p:nvPr/>
        </p:nvSpPr>
        <p:spPr>
          <a:xfrm>
            <a:off x="266700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icon-Tab 4-b"/>
          <p:cNvSpPr>
            <a:spLocks noGrp="1"/>
          </p:cNvSpPr>
          <p:nvPr/>
        </p:nvSpPr>
        <p:spPr>
          <a:xfrm>
            <a:off x="371475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icon-Tab 4-c"/>
          <p:cNvSpPr>
            <a:spLocks noGrp="1"/>
          </p:cNvSpPr>
          <p:nvPr/>
        </p:nvSpPr>
        <p:spPr>
          <a:xfrm>
            <a:off x="266700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icon-Tab 4-d"/>
          <p:cNvSpPr>
            <a:spLocks noGrp="1"/>
          </p:cNvSpPr>
          <p:nvPr/>
        </p:nvSpPr>
        <p:spPr>
          <a:xfrm>
            <a:off x="371475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209550" y="30289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FILTERS</a:t>
            </a:r>
            <a:endParaRPr sz="675" b="1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ilter-container"/>
          <p:cNvSpPr>
            <a:spLocks noGrp="1"/>
          </p:cNvSpPr>
          <p:nvPr/>
        </p:nvSpPr>
        <p:spPr>
          <a:xfrm>
            <a:off x="209550" y="3276600"/>
            <a:ext cx="1200150" cy="2609850"/>
          </a:xfrm>
          <a:prstGeom prst="rect">
            <a:avLst/>
          </a:prstGeom>
          <a:solidFill>
            <a:srgbClr val="2A3A51"/>
          </a:solidFill>
          <a:ln w="9525">
            <a:solidFill>
              <a:srgbClr val="4354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idebar-bottom-rule"/>
          <p:cNvSpPr>
            <a:spLocks noGrp="1"/>
          </p:cNvSpPr>
          <p:nvPr/>
        </p:nvSpPr>
        <p:spPr>
          <a:xfrm>
            <a:off x="0" y="6229350"/>
            <a:ext cx="1676400" cy="9525"/>
          </a:xfrm>
          <a:prstGeom prst="rect">
            <a:avLst/>
          </a:prstGeom>
          <a:solidFill>
            <a:srgbClr val="334155"/>
          </a:solidFill>
          <a:ln w="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set-button-bg"/>
          <p:cNvSpPr>
            <a:spLocks noGrp="1"/>
          </p:cNvSpPr>
          <p:nvPr/>
        </p:nvSpPr>
        <p:spPr>
          <a:xfrm>
            <a:off x="190500" y="6438900"/>
            <a:ext cx="1295400" cy="266700"/>
          </a:xfrm>
          <a:prstGeom prst="rect">
            <a:avLst/>
          </a:prstGeom>
          <a:solidFill>
            <a:srgbClr val="1D4ED8"/>
          </a:solidFill>
          <a:ln w="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eader-zone"/>
          <p:cNvSpPr>
            <a:spLocks noGrp="1"/>
          </p:cNvSpPr>
          <p:nvPr/>
        </p:nvSpPr>
        <p:spPr>
          <a:xfrm>
            <a:off x="1943100" y="266700"/>
            <a:ext cx="99822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eader-divider"/>
          <p:cNvSpPr>
            <a:spLocks noGrp="1"/>
          </p:cNvSpPr>
          <p:nvPr/>
        </p:nvSpPr>
        <p:spPr>
          <a:xfrm>
            <a:off x="1943100" y="781050"/>
            <a:ext cx="9982200" cy="9525"/>
          </a:xfrm>
          <a:prstGeom prst="rect">
            <a:avLst/>
          </a:prstGeom>
          <a:solidFill>
            <a:srgbClr val="E5EAF1"/>
          </a:solidFill>
          <a:ln w="0">
            <a:solidFill>
              <a:srgbClr val="E5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kpi-1"/>
          <p:cNvSpPr>
            <a:spLocks noGrp="1"/>
          </p:cNvSpPr>
          <p:nvPr/>
        </p:nvSpPr>
        <p:spPr>
          <a:xfrm>
            <a:off x="1924050" y="100965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kpi-2"/>
          <p:cNvSpPr>
            <a:spLocks noGrp="1"/>
          </p:cNvSpPr>
          <p:nvPr/>
        </p:nvSpPr>
        <p:spPr>
          <a:xfrm>
            <a:off x="44767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kpi-3"/>
          <p:cNvSpPr>
            <a:spLocks noGrp="1"/>
          </p:cNvSpPr>
          <p:nvPr/>
        </p:nvSpPr>
        <p:spPr>
          <a:xfrm>
            <a:off x="70104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kpi-4"/>
          <p:cNvSpPr>
            <a:spLocks noGrp="1"/>
          </p:cNvSpPr>
          <p:nvPr/>
        </p:nvSpPr>
        <p:spPr>
          <a:xfrm>
            <a:off x="95440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ain-chart"/>
          <p:cNvSpPr>
            <a:spLocks noGrp="1"/>
          </p:cNvSpPr>
          <p:nvPr/>
        </p:nvSpPr>
        <p:spPr>
          <a:xfrm>
            <a:off x="1943100" y="2171700"/>
            <a:ext cx="63817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upporting-chart-right"/>
          <p:cNvSpPr>
            <a:spLocks noGrp="1"/>
          </p:cNvSpPr>
          <p:nvPr/>
        </p:nvSpPr>
        <p:spPr>
          <a:xfrm>
            <a:off x="8515350" y="2171700"/>
            <a:ext cx="34099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upporting-chart-bottom"/>
          <p:cNvSpPr>
            <a:spLocks noGrp="1"/>
          </p:cNvSpPr>
          <p:nvPr/>
        </p:nvSpPr>
        <p:spPr>
          <a:xfrm>
            <a:off x="1943100" y="5029200"/>
            <a:ext cx="44577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detail-table"/>
          <p:cNvSpPr>
            <a:spLocks noGrp="1"/>
          </p:cNvSpPr>
          <p:nvPr/>
        </p:nvSpPr>
        <p:spPr>
          <a:xfrm>
            <a:off x="6591300" y="5029200"/>
            <a:ext cx="53340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header-accent"/>
          <p:cNvSpPr>
            <a:spLocks noGrp="1"/>
          </p:cNvSpPr>
          <p:nvPr/>
        </p:nvSpPr>
        <p:spPr>
          <a:xfrm>
            <a:off x="1943100" y="895350"/>
            <a:ext cx="60960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idebar-bg"/>
          <p:cNvSpPr>
            <a:spLocks noGrp="1"/>
          </p:cNvSpPr>
          <p:nvPr/>
        </p:nvSpPr>
        <p:spPr>
          <a:xfrm>
            <a:off x="0" y="0"/>
            <a:ext cx="1676400" cy="6858000"/>
          </a:xfrm>
          <a:prstGeom prst="rect">
            <a:avLst/>
          </a:prstGeom>
          <a:solidFill>
            <a:srgbClr val="1E293B"/>
          </a:solidFill>
          <a:ln w="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port-bg"/>
          <p:cNvSpPr>
            <a:spLocks noGrp="1"/>
          </p:cNvSpPr>
          <p:nvPr/>
        </p:nvSpPr>
        <p:spPr>
          <a:xfrm>
            <a:off x="1676400" y="0"/>
            <a:ext cx="105156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op-rule"/>
          <p:cNvSpPr>
            <a:spLocks noGrp="1"/>
          </p:cNvSpPr>
          <p:nvPr/>
        </p:nvSpPr>
        <p:spPr>
          <a:xfrm>
            <a:off x="1676400" y="0"/>
            <a:ext cx="10515600" cy="9525"/>
          </a:xfrm>
          <a:prstGeom prst="rect">
            <a:avLst/>
          </a:prstGeom>
          <a:solidFill>
            <a:srgbClr val="DFE7F1"/>
          </a:solidFill>
          <a:ln w="0">
            <a:solidFill>
              <a:srgbClr val="DFE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v-Overview"/>
          <p:cNvSpPr>
            <a:spLocks noGrp="1"/>
          </p:cNvSpPr>
          <p:nvPr/>
        </p:nvSpPr>
        <p:spPr>
          <a:xfrm>
            <a:off x="152400" y="7810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con-Overview-a"/>
          <p:cNvSpPr>
            <a:spLocks noGrp="1"/>
          </p:cNvSpPr>
          <p:nvPr/>
        </p:nvSpPr>
        <p:spPr>
          <a:xfrm>
            <a:off x="266700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icon-Overview-b"/>
          <p:cNvSpPr>
            <a:spLocks noGrp="1"/>
          </p:cNvSpPr>
          <p:nvPr/>
        </p:nvSpPr>
        <p:spPr>
          <a:xfrm>
            <a:off x="371475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icon-Overview-c"/>
          <p:cNvSpPr>
            <a:spLocks noGrp="1"/>
          </p:cNvSpPr>
          <p:nvPr/>
        </p:nvSpPr>
        <p:spPr>
          <a:xfrm>
            <a:off x="266700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-Overview-d"/>
          <p:cNvSpPr>
            <a:spLocks noGrp="1"/>
          </p:cNvSpPr>
          <p:nvPr/>
        </p:nvSpPr>
        <p:spPr>
          <a:xfrm>
            <a:off x="371475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nav-Tab 1"/>
          <p:cNvSpPr>
            <a:spLocks noGrp="1"/>
          </p:cNvSpPr>
          <p:nvPr/>
        </p:nvSpPr>
        <p:spPr>
          <a:xfrm>
            <a:off x="152400" y="11811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con-Tab 1-a"/>
          <p:cNvSpPr>
            <a:spLocks noGrp="1"/>
          </p:cNvSpPr>
          <p:nvPr/>
        </p:nvSpPr>
        <p:spPr>
          <a:xfrm>
            <a:off x="266700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icon-Tab 1-b"/>
          <p:cNvSpPr>
            <a:spLocks noGrp="1"/>
          </p:cNvSpPr>
          <p:nvPr/>
        </p:nvSpPr>
        <p:spPr>
          <a:xfrm>
            <a:off x="371475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-Tab 1-c"/>
          <p:cNvSpPr>
            <a:spLocks noGrp="1"/>
          </p:cNvSpPr>
          <p:nvPr/>
        </p:nvSpPr>
        <p:spPr>
          <a:xfrm>
            <a:off x="266700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con-Tab 1-d"/>
          <p:cNvSpPr>
            <a:spLocks noGrp="1"/>
          </p:cNvSpPr>
          <p:nvPr/>
        </p:nvSpPr>
        <p:spPr>
          <a:xfrm>
            <a:off x="371475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nav-Tab 2"/>
          <p:cNvSpPr>
            <a:spLocks noGrp="1"/>
          </p:cNvSpPr>
          <p:nvPr/>
        </p:nvSpPr>
        <p:spPr>
          <a:xfrm>
            <a:off x="152400" y="1581150"/>
            <a:ext cx="1409700" cy="381000"/>
          </a:xfrm>
          <a:prstGeom prst="rect">
            <a:avLst/>
          </a:prstGeom>
          <a:solidFill>
            <a:srgbClr val="28487D"/>
          </a:solidFill>
          <a:ln w="0">
            <a:solidFill>
              <a:srgbClr val="2848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nav-Tab 2-accent"/>
          <p:cNvSpPr>
            <a:spLocks noGrp="1"/>
          </p:cNvSpPr>
          <p:nvPr/>
        </p:nvSpPr>
        <p:spPr>
          <a:xfrm>
            <a:off x="0" y="1581150"/>
            <a:ext cx="38100" cy="381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-Tab 2-a"/>
          <p:cNvSpPr>
            <a:spLocks noGrp="1"/>
          </p:cNvSpPr>
          <p:nvPr/>
        </p:nvSpPr>
        <p:spPr>
          <a:xfrm>
            <a:off x="266700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icon-Tab 2-b"/>
          <p:cNvSpPr>
            <a:spLocks noGrp="1"/>
          </p:cNvSpPr>
          <p:nvPr/>
        </p:nvSpPr>
        <p:spPr>
          <a:xfrm>
            <a:off x="371475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icon-Tab 2-c"/>
          <p:cNvSpPr>
            <a:spLocks noGrp="1"/>
          </p:cNvSpPr>
          <p:nvPr/>
        </p:nvSpPr>
        <p:spPr>
          <a:xfrm>
            <a:off x="266700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icon-Tab 2-d"/>
          <p:cNvSpPr>
            <a:spLocks noGrp="1"/>
          </p:cNvSpPr>
          <p:nvPr/>
        </p:nvSpPr>
        <p:spPr>
          <a:xfrm>
            <a:off x="371475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nav-Tab 3"/>
          <p:cNvSpPr>
            <a:spLocks noGrp="1"/>
          </p:cNvSpPr>
          <p:nvPr/>
        </p:nvSpPr>
        <p:spPr>
          <a:xfrm>
            <a:off x="152400" y="19812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icon-Tab 3-a"/>
          <p:cNvSpPr>
            <a:spLocks noGrp="1"/>
          </p:cNvSpPr>
          <p:nvPr/>
        </p:nvSpPr>
        <p:spPr>
          <a:xfrm>
            <a:off x="266700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icon-Tab 3-b"/>
          <p:cNvSpPr>
            <a:spLocks noGrp="1"/>
          </p:cNvSpPr>
          <p:nvPr/>
        </p:nvSpPr>
        <p:spPr>
          <a:xfrm>
            <a:off x="371475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con-Tab 3-c"/>
          <p:cNvSpPr>
            <a:spLocks noGrp="1"/>
          </p:cNvSpPr>
          <p:nvPr/>
        </p:nvSpPr>
        <p:spPr>
          <a:xfrm>
            <a:off x="266700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icon-Tab 3-d"/>
          <p:cNvSpPr>
            <a:spLocks noGrp="1"/>
          </p:cNvSpPr>
          <p:nvPr/>
        </p:nvSpPr>
        <p:spPr>
          <a:xfrm>
            <a:off x="371475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nav-Tab 4"/>
          <p:cNvSpPr>
            <a:spLocks noGrp="1"/>
          </p:cNvSpPr>
          <p:nvPr/>
        </p:nvSpPr>
        <p:spPr>
          <a:xfrm>
            <a:off x="152400" y="23812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icon-Tab 4-a"/>
          <p:cNvSpPr>
            <a:spLocks noGrp="1"/>
          </p:cNvSpPr>
          <p:nvPr/>
        </p:nvSpPr>
        <p:spPr>
          <a:xfrm>
            <a:off x="266700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icon-Tab 4-b"/>
          <p:cNvSpPr>
            <a:spLocks noGrp="1"/>
          </p:cNvSpPr>
          <p:nvPr/>
        </p:nvSpPr>
        <p:spPr>
          <a:xfrm>
            <a:off x="371475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icon-Tab 4-c"/>
          <p:cNvSpPr>
            <a:spLocks noGrp="1"/>
          </p:cNvSpPr>
          <p:nvPr/>
        </p:nvSpPr>
        <p:spPr>
          <a:xfrm>
            <a:off x="266700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icon-Tab 4-d"/>
          <p:cNvSpPr>
            <a:spLocks noGrp="1"/>
          </p:cNvSpPr>
          <p:nvPr/>
        </p:nvSpPr>
        <p:spPr>
          <a:xfrm>
            <a:off x="371475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209550" y="30289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FILTERS</a:t>
            </a:r>
            <a:endParaRPr sz="675" b="1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ilter-container"/>
          <p:cNvSpPr>
            <a:spLocks noGrp="1"/>
          </p:cNvSpPr>
          <p:nvPr/>
        </p:nvSpPr>
        <p:spPr>
          <a:xfrm>
            <a:off x="209550" y="3276600"/>
            <a:ext cx="1200150" cy="2609850"/>
          </a:xfrm>
          <a:prstGeom prst="rect">
            <a:avLst/>
          </a:prstGeom>
          <a:solidFill>
            <a:srgbClr val="2A3A51"/>
          </a:solidFill>
          <a:ln w="9525">
            <a:solidFill>
              <a:srgbClr val="4354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idebar-bottom-rule"/>
          <p:cNvSpPr>
            <a:spLocks noGrp="1"/>
          </p:cNvSpPr>
          <p:nvPr/>
        </p:nvSpPr>
        <p:spPr>
          <a:xfrm>
            <a:off x="0" y="6229350"/>
            <a:ext cx="1676400" cy="9525"/>
          </a:xfrm>
          <a:prstGeom prst="rect">
            <a:avLst/>
          </a:prstGeom>
          <a:solidFill>
            <a:srgbClr val="334155"/>
          </a:solidFill>
          <a:ln w="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set-button-bg"/>
          <p:cNvSpPr>
            <a:spLocks noGrp="1"/>
          </p:cNvSpPr>
          <p:nvPr/>
        </p:nvSpPr>
        <p:spPr>
          <a:xfrm>
            <a:off x="190500" y="6438900"/>
            <a:ext cx="1295400" cy="266700"/>
          </a:xfrm>
          <a:prstGeom prst="rect">
            <a:avLst/>
          </a:prstGeom>
          <a:solidFill>
            <a:srgbClr val="1D4ED8"/>
          </a:solidFill>
          <a:ln w="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eader-zone"/>
          <p:cNvSpPr>
            <a:spLocks noGrp="1"/>
          </p:cNvSpPr>
          <p:nvPr/>
        </p:nvSpPr>
        <p:spPr>
          <a:xfrm>
            <a:off x="1943100" y="266700"/>
            <a:ext cx="99822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eader-divider"/>
          <p:cNvSpPr>
            <a:spLocks noGrp="1"/>
          </p:cNvSpPr>
          <p:nvPr/>
        </p:nvSpPr>
        <p:spPr>
          <a:xfrm>
            <a:off x="1943100" y="781050"/>
            <a:ext cx="9982200" cy="9525"/>
          </a:xfrm>
          <a:prstGeom prst="rect">
            <a:avLst/>
          </a:prstGeom>
          <a:solidFill>
            <a:srgbClr val="E5EAF1"/>
          </a:solidFill>
          <a:ln w="0">
            <a:solidFill>
              <a:srgbClr val="E5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kpi-1"/>
          <p:cNvSpPr>
            <a:spLocks noGrp="1"/>
          </p:cNvSpPr>
          <p:nvPr/>
        </p:nvSpPr>
        <p:spPr>
          <a:xfrm>
            <a:off x="19431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kpi-2"/>
          <p:cNvSpPr>
            <a:spLocks noGrp="1"/>
          </p:cNvSpPr>
          <p:nvPr/>
        </p:nvSpPr>
        <p:spPr>
          <a:xfrm>
            <a:off x="44767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kpi-3"/>
          <p:cNvSpPr>
            <a:spLocks noGrp="1"/>
          </p:cNvSpPr>
          <p:nvPr/>
        </p:nvSpPr>
        <p:spPr>
          <a:xfrm>
            <a:off x="70104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kpi-4"/>
          <p:cNvSpPr>
            <a:spLocks noGrp="1"/>
          </p:cNvSpPr>
          <p:nvPr/>
        </p:nvSpPr>
        <p:spPr>
          <a:xfrm>
            <a:off x="95440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ain-chart"/>
          <p:cNvSpPr>
            <a:spLocks noGrp="1"/>
          </p:cNvSpPr>
          <p:nvPr/>
        </p:nvSpPr>
        <p:spPr>
          <a:xfrm>
            <a:off x="1943100" y="2171700"/>
            <a:ext cx="63817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upporting-chart-right"/>
          <p:cNvSpPr>
            <a:spLocks noGrp="1"/>
          </p:cNvSpPr>
          <p:nvPr/>
        </p:nvSpPr>
        <p:spPr>
          <a:xfrm>
            <a:off x="8515350" y="2171700"/>
            <a:ext cx="34099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upporting-chart-bottom"/>
          <p:cNvSpPr>
            <a:spLocks noGrp="1"/>
          </p:cNvSpPr>
          <p:nvPr/>
        </p:nvSpPr>
        <p:spPr>
          <a:xfrm>
            <a:off x="1943100" y="5029200"/>
            <a:ext cx="44577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detail-table"/>
          <p:cNvSpPr>
            <a:spLocks noGrp="1"/>
          </p:cNvSpPr>
          <p:nvPr/>
        </p:nvSpPr>
        <p:spPr>
          <a:xfrm>
            <a:off x="6591300" y="5029200"/>
            <a:ext cx="53340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header-accent"/>
          <p:cNvSpPr>
            <a:spLocks noGrp="1"/>
          </p:cNvSpPr>
          <p:nvPr/>
        </p:nvSpPr>
        <p:spPr>
          <a:xfrm>
            <a:off x="1943100" y="895350"/>
            <a:ext cx="60960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idebar-bg"/>
          <p:cNvSpPr>
            <a:spLocks noGrp="1"/>
          </p:cNvSpPr>
          <p:nvPr/>
        </p:nvSpPr>
        <p:spPr>
          <a:xfrm>
            <a:off x="0" y="0"/>
            <a:ext cx="1676400" cy="6858000"/>
          </a:xfrm>
          <a:prstGeom prst="rect">
            <a:avLst/>
          </a:prstGeom>
          <a:solidFill>
            <a:srgbClr val="1E293B"/>
          </a:solidFill>
          <a:ln w="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port-bg"/>
          <p:cNvSpPr>
            <a:spLocks noGrp="1"/>
          </p:cNvSpPr>
          <p:nvPr/>
        </p:nvSpPr>
        <p:spPr>
          <a:xfrm>
            <a:off x="1676400" y="0"/>
            <a:ext cx="105156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op-rule"/>
          <p:cNvSpPr>
            <a:spLocks noGrp="1"/>
          </p:cNvSpPr>
          <p:nvPr/>
        </p:nvSpPr>
        <p:spPr>
          <a:xfrm>
            <a:off x="1676400" y="0"/>
            <a:ext cx="10515600" cy="9525"/>
          </a:xfrm>
          <a:prstGeom prst="rect">
            <a:avLst/>
          </a:prstGeom>
          <a:solidFill>
            <a:srgbClr val="DFE7F1"/>
          </a:solidFill>
          <a:ln w="0">
            <a:solidFill>
              <a:srgbClr val="DFE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v-Overview"/>
          <p:cNvSpPr>
            <a:spLocks noGrp="1"/>
          </p:cNvSpPr>
          <p:nvPr/>
        </p:nvSpPr>
        <p:spPr>
          <a:xfrm>
            <a:off x="152400" y="7810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con-Overview-a"/>
          <p:cNvSpPr>
            <a:spLocks noGrp="1"/>
          </p:cNvSpPr>
          <p:nvPr/>
        </p:nvSpPr>
        <p:spPr>
          <a:xfrm>
            <a:off x="266700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icon-Overview-b"/>
          <p:cNvSpPr>
            <a:spLocks noGrp="1"/>
          </p:cNvSpPr>
          <p:nvPr/>
        </p:nvSpPr>
        <p:spPr>
          <a:xfrm>
            <a:off x="371475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icon-Overview-c"/>
          <p:cNvSpPr>
            <a:spLocks noGrp="1"/>
          </p:cNvSpPr>
          <p:nvPr/>
        </p:nvSpPr>
        <p:spPr>
          <a:xfrm>
            <a:off x="266700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-Overview-d"/>
          <p:cNvSpPr>
            <a:spLocks noGrp="1"/>
          </p:cNvSpPr>
          <p:nvPr/>
        </p:nvSpPr>
        <p:spPr>
          <a:xfrm>
            <a:off x="371475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nav-Tab 1"/>
          <p:cNvSpPr>
            <a:spLocks noGrp="1"/>
          </p:cNvSpPr>
          <p:nvPr/>
        </p:nvSpPr>
        <p:spPr>
          <a:xfrm>
            <a:off x="152400" y="11811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con-Tab 1-a"/>
          <p:cNvSpPr>
            <a:spLocks noGrp="1"/>
          </p:cNvSpPr>
          <p:nvPr/>
        </p:nvSpPr>
        <p:spPr>
          <a:xfrm>
            <a:off x="266700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icon-Tab 1-b"/>
          <p:cNvSpPr>
            <a:spLocks noGrp="1"/>
          </p:cNvSpPr>
          <p:nvPr/>
        </p:nvSpPr>
        <p:spPr>
          <a:xfrm>
            <a:off x="371475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-Tab 1-c"/>
          <p:cNvSpPr>
            <a:spLocks noGrp="1"/>
          </p:cNvSpPr>
          <p:nvPr/>
        </p:nvSpPr>
        <p:spPr>
          <a:xfrm>
            <a:off x="266700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con-Tab 1-d"/>
          <p:cNvSpPr>
            <a:spLocks noGrp="1"/>
          </p:cNvSpPr>
          <p:nvPr/>
        </p:nvSpPr>
        <p:spPr>
          <a:xfrm>
            <a:off x="371475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nav-Tab 2"/>
          <p:cNvSpPr>
            <a:spLocks noGrp="1"/>
          </p:cNvSpPr>
          <p:nvPr/>
        </p:nvSpPr>
        <p:spPr>
          <a:xfrm>
            <a:off x="152400" y="15811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icon-Tab 2-a"/>
          <p:cNvSpPr>
            <a:spLocks noGrp="1"/>
          </p:cNvSpPr>
          <p:nvPr/>
        </p:nvSpPr>
        <p:spPr>
          <a:xfrm>
            <a:off x="266700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-Tab 2-b"/>
          <p:cNvSpPr>
            <a:spLocks noGrp="1"/>
          </p:cNvSpPr>
          <p:nvPr/>
        </p:nvSpPr>
        <p:spPr>
          <a:xfrm>
            <a:off x="371475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icon-Tab 2-c"/>
          <p:cNvSpPr>
            <a:spLocks noGrp="1"/>
          </p:cNvSpPr>
          <p:nvPr/>
        </p:nvSpPr>
        <p:spPr>
          <a:xfrm>
            <a:off x="266700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icon-Tab 2-d"/>
          <p:cNvSpPr>
            <a:spLocks noGrp="1"/>
          </p:cNvSpPr>
          <p:nvPr/>
        </p:nvSpPr>
        <p:spPr>
          <a:xfrm>
            <a:off x="371475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nav-Tab 3"/>
          <p:cNvSpPr>
            <a:spLocks noGrp="1"/>
          </p:cNvSpPr>
          <p:nvPr/>
        </p:nvSpPr>
        <p:spPr>
          <a:xfrm>
            <a:off x="152400" y="1981200"/>
            <a:ext cx="1409700" cy="381000"/>
          </a:xfrm>
          <a:prstGeom prst="rect">
            <a:avLst/>
          </a:prstGeom>
          <a:solidFill>
            <a:srgbClr val="28487D"/>
          </a:solidFill>
          <a:ln w="0">
            <a:solidFill>
              <a:srgbClr val="2848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nav-Tab 3-accent"/>
          <p:cNvSpPr>
            <a:spLocks noGrp="1"/>
          </p:cNvSpPr>
          <p:nvPr/>
        </p:nvSpPr>
        <p:spPr>
          <a:xfrm>
            <a:off x="0" y="1981200"/>
            <a:ext cx="38100" cy="381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icon-Tab 3-a"/>
          <p:cNvSpPr>
            <a:spLocks noGrp="1"/>
          </p:cNvSpPr>
          <p:nvPr/>
        </p:nvSpPr>
        <p:spPr>
          <a:xfrm>
            <a:off x="266700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icon-Tab 3-b"/>
          <p:cNvSpPr>
            <a:spLocks noGrp="1"/>
          </p:cNvSpPr>
          <p:nvPr/>
        </p:nvSpPr>
        <p:spPr>
          <a:xfrm>
            <a:off x="371475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con-Tab 3-c"/>
          <p:cNvSpPr>
            <a:spLocks noGrp="1"/>
          </p:cNvSpPr>
          <p:nvPr/>
        </p:nvSpPr>
        <p:spPr>
          <a:xfrm>
            <a:off x="266700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icon-Tab 3-d"/>
          <p:cNvSpPr>
            <a:spLocks noGrp="1"/>
          </p:cNvSpPr>
          <p:nvPr/>
        </p:nvSpPr>
        <p:spPr>
          <a:xfrm>
            <a:off x="371475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nav-Tab 4"/>
          <p:cNvSpPr>
            <a:spLocks noGrp="1"/>
          </p:cNvSpPr>
          <p:nvPr/>
        </p:nvSpPr>
        <p:spPr>
          <a:xfrm>
            <a:off x="152400" y="23812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icon-Tab 4-a"/>
          <p:cNvSpPr>
            <a:spLocks noGrp="1"/>
          </p:cNvSpPr>
          <p:nvPr/>
        </p:nvSpPr>
        <p:spPr>
          <a:xfrm>
            <a:off x="266700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icon-Tab 4-b"/>
          <p:cNvSpPr>
            <a:spLocks noGrp="1"/>
          </p:cNvSpPr>
          <p:nvPr/>
        </p:nvSpPr>
        <p:spPr>
          <a:xfrm>
            <a:off x="371475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icon-Tab 4-c"/>
          <p:cNvSpPr>
            <a:spLocks noGrp="1"/>
          </p:cNvSpPr>
          <p:nvPr/>
        </p:nvSpPr>
        <p:spPr>
          <a:xfrm>
            <a:off x="266700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icon-Tab 4-d"/>
          <p:cNvSpPr>
            <a:spLocks noGrp="1"/>
          </p:cNvSpPr>
          <p:nvPr/>
        </p:nvSpPr>
        <p:spPr>
          <a:xfrm>
            <a:off x="371475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209550" y="30289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FILTERS</a:t>
            </a:r>
            <a:endParaRPr sz="675" b="1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ilter-container"/>
          <p:cNvSpPr>
            <a:spLocks noGrp="1"/>
          </p:cNvSpPr>
          <p:nvPr/>
        </p:nvSpPr>
        <p:spPr>
          <a:xfrm>
            <a:off x="209550" y="3276600"/>
            <a:ext cx="1200150" cy="2609850"/>
          </a:xfrm>
          <a:prstGeom prst="rect">
            <a:avLst/>
          </a:prstGeom>
          <a:solidFill>
            <a:srgbClr val="2A3A51"/>
          </a:solidFill>
          <a:ln w="9525">
            <a:solidFill>
              <a:srgbClr val="4354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idebar-bottom-rule"/>
          <p:cNvSpPr>
            <a:spLocks noGrp="1"/>
          </p:cNvSpPr>
          <p:nvPr/>
        </p:nvSpPr>
        <p:spPr>
          <a:xfrm>
            <a:off x="0" y="6229350"/>
            <a:ext cx="1676400" cy="9525"/>
          </a:xfrm>
          <a:prstGeom prst="rect">
            <a:avLst/>
          </a:prstGeom>
          <a:solidFill>
            <a:srgbClr val="334155"/>
          </a:solidFill>
          <a:ln w="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set-button-bg"/>
          <p:cNvSpPr>
            <a:spLocks noGrp="1"/>
          </p:cNvSpPr>
          <p:nvPr/>
        </p:nvSpPr>
        <p:spPr>
          <a:xfrm>
            <a:off x="190500" y="6438900"/>
            <a:ext cx="1295400" cy="266700"/>
          </a:xfrm>
          <a:prstGeom prst="rect">
            <a:avLst/>
          </a:prstGeom>
          <a:solidFill>
            <a:srgbClr val="1D4ED8"/>
          </a:solidFill>
          <a:ln w="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eader-zone"/>
          <p:cNvSpPr>
            <a:spLocks noGrp="1"/>
          </p:cNvSpPr>
          <p:nvPr/>
        </p:nvSpPr>
        <p:spPr>
          <a:xfrm>
            <a:off x="1943100" y="266700"/>
            <a:ext cx="99822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eader-divider"/>
          <p:cNvSpPr>
            <a:spLocks noGrp="1"/>
          </p:cNvSpPr>
          <p:nvPr/>
        </p:nvSpPr>
        <p:spPr>
          <a:xfrm>
            <a:off x="1943100" y="781050"/>
            <a:ext cx="9982200" cy="9525"/>
          </a:xfrm>
          <a:prstGeom prst="rect">
            <a:avLst/>
          </a:prstGeom>
          <a:solidFill>
            <a:srgbClr val="E5EAF1"/>
          </a:solidFill>
          <a:ln w="0">
            <a:solidFill>
              <a:srgbClr val="E5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kpi-1"/>
          <p:cNvSpPr>
            <a:spLocks noGrp="1"/>
          </p:cNvSpPr>
          <p:nvPr/>
        </p:nvSpPr>
        <p:spPr>
          <a:xfrm>
            <a:off x="19431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kpi-2"/>
          <p:cNvSpPr>
            <a:spLocks noGrp="1"/>
          </p:cNvSpPr>
          <p:nvPr/>
        </p:nvSpPr>
        <p:spPr>
          <a:xfrm>
            <a:off x="44767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kpi-3"/>
          <p:cNvSpPr>
            <a:spLocks noGrp="1"/>
          </p:cNvSpPr>
          <p:nvPr/>
        </p:nvSpPr>
        <p:spPr>
          <a:xfrm>
            <a:off x="701040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kpi-4"/>
          <p:cNvSpPr>
            <a:spLocks noGrp="1"/>
          </p:cNvSpPr>
          <p:nvPr/>
        </p:nvSpPr>
        <p:spPr>
          <a:xfrm>
            <a:off x="9544050" y="1028700"/>
            <a:ext cx="23812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ain-chart"/>
          <p:cNvSpPr>
            <a:spLocks noGrp="1"/>
          </p:cNvSpPr>
          <p:nvPr/>
        </p:nvSpPr>
        <p:spPr>
          <a:xfrm>
            <a:off x="1943100" y="2171700"/>
            <a:ext cx="63817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upporting-chart-right"/>
          <p:cNvSpPr>
            <a:spLocks noGrp="1"/>
          </p:cNvSpPr>
          <p:nvPr/>
        </p:nvSpPr>
        <p:spPr>
          <a:xfrm>
            <a:off x="8515350" y="2171700"/>
            <a:ext cx="3409950" cy="2628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upporting-chart-bottom"/>
          <p:cNvSpPr>
            <a:spLocks noGrp="1"/>
          </p:cNvSpPr>
          <p:nvPr/>
        </p:nvSpPr>
        <p:spPr>
          <a:xfrm>
            <a:off x="1943100" y="5029200"/>
            <a:ext cx="44577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detail-table"/>
          <p:cNvSpPr>
            <a:spLocks noGrp="1"/>
          </p:cNvSpPr>
          <p:nvPr/>
        </p:nvSpPr>
        <p:spPr>
          <a:xfrm>
            <a:off x="6591300" y="5029200"/>
            <a:ext cx="5334000" cy="1562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header-accent"/>
          <p:cNvSpPr>
            <a:spLocks noGrp="1"/>
          </p:cNvSpPr>
          <p:nvPr/>
        </p:nvSpPr>
        <p:spPr>
          <a:xfrm>
            <a:off x="1943100" y="895350"/>
            <a:ext cx="60960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idebar-bg"/>
          <p:cNvSpPr>
            <a:spLocks noGrp="1"/>
          </p:cNvSpPr>
          <p:nvPr/>
        </p:nvSpPr>
        <p:spPr>
          <a:xfrm>
            <a:off x="0" y="0"/>
            <a:ext cx="1676400" cy="6858000"/>
          </a:xfrm>
          <a:prstGeom prst="rect">
            <a:avLst/>
          </a:prstGeom>
          <a:solidFill>
            <a:srgbClr val="1E293B"/>
          </a:solidFill>
          <a:ln w="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port-bg"/>
          <p:cNvSpPr>
            <a:spLocks noGrp="1"/>
          </p:cNvSpPr>
          <p:nvPr/>
        </p:nvSpPr>
        <p:spPr>
          <a:xfrm>
            <a:off x="1676400" y="0"/>
            <a:ext cx="10515600" cy="6858000"/>
          </a:xfrm>
          <a:prstGeom prst="rect">
            <a:avLst/>
          </a:prstGeom>
          <a:solidFill>
            <a:srgbClr val="F8FAFC"/>
          </a:solidFill>
          <a:ln w="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op-rule"/>
          <p:cNvSpPr>
            <a:spLocks noGrp="1"/>
          </p:cNvSpPr>
          <p:nvPr/>
        </p:nvSpPr>
        <p:spPr>
          <a:xfrm>
            <a:off x="1676400" y="0"/>
            <a:ext cx="10515600" cy="9525"/>
          </a:xfrm>
          <a:prstGeom prst="rect">
            <a:avLst/>
          </a:prstGeom>
          <a:solidFill>
            <a:srgbClr val="DFE7F1"/>
          </a:solidFill>
          <a:ln w="0">
            <a:solidFill>
              <a:srgbClr val="DFE7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v-Overview"/>
          <p:cNvSpPr>
            <a:spLocks noGrp="1"/>
          </p:cNvSpPr>
          <p:nvPr/>
        </p:nvSpPr>
        <p:spPr>
          <a:xfrm>
            <a:off x="152400" y="7810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con-Overview-a"/>
          <p:cNvSpPr>
            <a:spLocks noGrp="1"/>
          </p:cNvSpPr>
          <p:nvPr/>
        </p:nvSpPr>
        <p:spPr>
          <a:xfrm>
            <a:off x="266700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icon-Overview-b"/>
          <p:cNvSpPr>
            <a:spLocks noGrp="1"/>
          </p:cNvSpPr>
          <p:nvPr/>
        </p:nvSpPr>
        <p:spPr>
          <a:xfrm>
            <a:off x="371475" y="8953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icon-Overview-c"/>
          <p:cNvSpPr>
            <a:spLocks noGrp="1"/>
          </p:cNvSpPr>
          <p:nvPr/>
        </p:nvSpPr>
        <p:spPr>
          <a:xfrm>
            <a:off x="266700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-Overview-d"/>
          <p:cNvSpPr>
            <a:spLocks noGrp="1"/>
          </p:cNvSpPr>
          <p:nvPr/>
        </p:nvSpPr>
        <p:spPr>
          <a:xfrm>
            <a:off x="371475" y="10001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nav-Tab 1"/>
          <p:cNvSpPr>
            <a:spLocks noGrp="1"/>
          </p:cNvSpPr>
          <p:nvPr/>
        </p:nvSpPr>
        <p:spPr>
          <a:xfrm>
            <a:off x="152400" y="11811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con-Tab 1-a"/>
          <p:cNvSpPr>
            <a:spLocks noGrp="1"/>
          </p:cNvSpPr>
          <p:nvPr/>
        </p:nvSpPr>
        <p:spPr>
          <a:xfrm>
            <a:off x="266700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icon-Tab 1-b"/>
          <p:cNvSpPr>
            <a:spLocks noGrp="1"/>
          </p:cNvSpPr>
          <p:nvPr/>
        </p:nvSpPr>
        <p:spPr>
          <a:xfrm>
            <a:off x="371475" y="12954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-Tab 1-c"/>
          <p:cNvSpPr>
            <a:spLocks noGrp="1"/>
          </p:cNvSpPr>
          <p:nvPr/>
        </p:nvSpPr>
        <p:spPr>
          <a:xfrm>
            <a:off x="266700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icon-Tab 1-d"/>
          <p:cNvSpPr>
            <a:spLocks noGrp="1"/>
          </p:cNvSpPr>
          <p:nvPr/>
        </p:nvSpPr>
        <p:spPr>
          <a:xfrm>
            <a:off x="371475" y="14001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nav-Tab 2"/>
          <p:cNvSpPr>
            <a:spLocks noGrp="1"/>
          </p:cNvSpPr>
          <p:nvPr/>
        </p:nvSpPr>
        <p:spPr>
          <a:xfrm>
            <a:off x="152400" y="158115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icon-Tab 2-a"/>
          <p:cNvSpPr>
            <a:spLocks noGrp="1"/>
          </p:cNvSpPr>
          <p:nvPr/>
        </p:nvSpPr>
        <p:spPr>
          <a:xfrm>
            <a:off x="266700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-Tab 2-b"/>
          <p:cNvSpPr>
            <a:spLocks noGrp="1"/>
          </p:cNvSpPr>
          <p:nvPr/>
        </p:nvSpPr>
        <p:spPr>
          <a:xfrm>
            <a:off x="371475" y="16954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icon-Tab 2-c"/>
          <p:cNvSpPr>
            <a:spLocks noGrp="1"/>
          </p:cNvSpPr>
          <p:nvPr/>
        </p:nvSpPr>
        <p:spPr>
          <a:xfrm>
            <a:off x="266700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icon-Tab 2-d"/>
          <p:cNvSpPr>
            <a:spLocks noGrp="1"/>
          </p:cNvSpPr>
          <p:nvPr/>
        </p:nvSpPr>
        <p:spPr>
          <a:xfrm>
            <a:off x="371475" y="18002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nav-Tab 3"/>
          <p:cNvSpPr>
            <a:spLocks noGrp="1"/>
          </p:cNvSpPr>
          <p:nvPr/>
        </p:nvSpPr>
        <p:spPr>
          <a:xfrm>
            <a:off x="152400" y="1981200"/>
            <a:ext cx="1409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icon-Tab 3-a"/>
          <p:cNvSpPr>
            <a:spLocks noGrp="1"/>
          </p:cNvSpPr>
          <p:nvPr/>
        </p:nvSpPr>
        <p:spPr>
          <a:xfrm>
            <a:off x="266700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icon-Tab 3-b"/>
          <p:cNvSpPr>
            <a:spLocks noGrp="1"/>
          </p:cNvSpPr>
          <p:nvPr/>
        </p:nvSpPr>
        <p:spPr>
          <a:xfrm>
            <a:off x="371475" y="209550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icon-Tab 3-c"/>
          <p:cNvSpPr>
            <a:spLocks noGrp="1"/>
          </p:cNvSpPr>
          <p:nvPr/>
        </p:nvSpPr>
        <p:spPr>
          <a:xfrm>
            <a:off x="266700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icon-Tab 3-d"/>
          <p:cNvSpPr>
            <a:spLocks noGrp="1"/>
          </p:cNvSpPr>
          <p:nvPr/>
        </p:nvSpPr>
        <p:spPr>
          <a:xfrm>
            <a:off x="371475" y="220027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nav-Tab 4"/>
          <p:cNvSpPr>
            <a:spLocks noGrp="1"/>
          </p:cNvSpPr>
          <p:nvPr/>
        </p:nvSpPr>
        <p:spPr>
          <a:xfrm>
            <a:off x="152400" y="2381250"/>
            <a:ext cx="1409700" cy="381000"/>
          </a:xfrm>
          <a:prstGeom prst="rect">
            <a:avLst/>
          </a:prstGeom>
          <a:solidFill>
            <a:srgbClr val="28487D"/>
          </a:solidFill>
          <a:ln w="0">
            <a:solidFill>
              <a:srgbClr val="2848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nav-Tab 4-accent"/>
          <p:cNvSpPr>
            <a:spLocks noGrp="1"/>
          </p:cNvSpPr>
          <p:nvPr/>
        </p:nvSpPr>
        <p:spPr>
          <a:xfrm>
            <a:off x="0" y="2381250"/>
            <a:ext cx="38100" cy="381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icon-Tab 4-a"/>
          <p:cNvSpPr>
            <a:spLocks noGrp="1"/>
          </p:cNvSpPr>
          <p:nvPr/>
        </p:nvSpPr>
        <p:spPr>
          <a:xfrm>
            <a:off x="266700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icon-Tab 4-b"/>
          <p:cNvSpPr>
            <a:spLocks noGrp="1"/>
          </p:cNvSpPr>
          <p:nvPr/>
        </p:nvSpPr>
        <p:spPr>
          <a:xfrm>
            <a:off x="371475" y="2495550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icon-Tab 4-c"/>
          <p:cNvSpPr>
            <a:spLocks noGrp="1"/>
          </p:cNvSpPr>
          <p:nvPr/>
        </p:nvSpPr>
        <p:spPr>
          <a:xfrm>
            <a:off x="266700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icon-Tab 4-d"/>
          <p:cNvSpPr>
            <a:spLocks noGrp="1"/>
          </p:cNvSpPr>
          <p:nvPr/>
        </p:nvSpPr>
        <p:spPr>
          <a:xfrm>
            <a:off x="371475" y="2600325"/>
            <a:ext cx="57150" cy="57150"/>
          </a:xfrm>
          <a:prstGeom prst="rect">
            <a:avLst/>
          </a:prstGeom>
          <a:solidFill>
            <a:srgbClr val="000000">
              <a:alpha val="0"/>
            </a:srgbClr>
          </a:solidFill>
          <a:ln w="13335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209550" y="30289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FILTERS</a:t>
            </a:r>
            <a:endParaRPr sz="675" b="1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ilter-container"/>
          <p:cNvSpPr>
            <a:spLocks noGrp="1"/>
          </p:cNvSpPr>
          <p:nvPr/>
        </p:nvSpPr>
        <p:spPr>
          <a:xfrm>
            <a:off x="209550" y="3276600"/>
            <a:ext cx="1200150" cy="2609850"/>
          </a:xfrm>
          <a:prstGeom prst="rect">
            <a:avLst/>
          </a:prstGeom>
          <a:solidFill>
            <a:srgbClr val="2A3A51"/>
          </a:solidFill>
          <a:ln w="9525">
            <a:solidFill>
              <a:srgbClr val="4354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idebar-bottom-rule"/>
          <p:cNvSpPr>
            <a:spLocks noGrp="1"/>
          </p:cNvSpPr>
          <p:nvPr/>
        </p:nvSpPr>
        <p:spPr>
          <a:xfrm>
            <a:off x="0" y="6229350"/>
            <a:ext cx="1676400" cy="9525"/>
          </a:xfrm>
          <a:prstGeom prst="rect">
            <a:avLst/>
          </a:prstGeom>
          <a:solidFill>
            <a:srgbClr val="334155"/>
          </a:solidFill>
          <a:ln w="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set-button-bg"/>
          <p:cNvSpPr>
            <a:spLocks noGrp="1"/>
          </p:cNvSpPr>
          <p:nvPr/>
        </p:nvSpPr>
        <p:spPr>
          <a:xfrm>
            <a:off x="190500" y="6438900"/>
            <a:ext cx="1295400" cy="266700"/>
          </a:xfrm>
          <a:prstGeom prst="rect">
            <a:avLst/>
          </a:prstGeom>
          <a:solidFill>
            <a:srgbClr val="1D4ED8"/>
          </a:solidFill>
          <a:ln w="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eader-zone"/>
          <p:cNvSpPr>
            <a:spLocks noGrp="1"/>
          </p:cNvSpPr>
          <p:nvPr/>
        </p:nvSpPr>
        <p:spPr>
          <a:xfrm>
            <a:off x="1943100" y="266700"/>
            <a:ext cx="99822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eader-divider"/>
          <p:cNvSpPr>
            <a:spLocks noGrp="1"/>
          </p:cNvSpPr>
          <p:nvPr/>
        </p:nvSpPr>
        <p:spPr>
          <a:xfrm>
            <a:off x="1943100" y="781050"/>
            <a:ext cx="9982200" cy="9525"/>
          </a:xfrm>
          <a:prstGeom prst="rect">
            <a:avLst/>
          </a:prstGeom>
          <a:solidFill>
            <a:srgbClr val="E5EAF1"/>
          </a:solidFill>
          <a:ln w="0">
            <a:solidFill>
              <a:srgbClr val="E5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header-accent"/>
          <p:cNvSpPr>
            <a:spLocks noGrp="1"/>
          </p:cNvSpPr>
          <p:nvPr/>
        </p:nvSpPr>
        <p:spPr>
          <a:xfrm>
            <a:off x="1943100" y="895350"/>
            <a:ext cx="60960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</Words>
  <Application>WPS Presentation</Application>
  <PresentationFormat>Widescreen</PresentationFormat>
  <Paragraphs>10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SimSun</vt:lpstr>
      <vt:lpstr>Wingdings</vt:lpstr>
      <vt:lpstr>Aptos Display</vt:lpstr>
      <vt:lpstr>Aptos</vt:lpstr>
      <vt:lpstr>Segoe UI</vt:lpstr>
      <vt:lpstr>Calibri</vt:lpstr>
      <vt:lpstr>Segoe UI Variable Display</vt:lpstr>
      <vt:lpstr>Microsoft YaHei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Lê Đứс Рнúс</cp:lastModifiedBy>
  <cp:revision>3</cp:revision>
  <dcterms:created xsi:type="dcterms:W3CDTF">2026-06-14T10:29:00Z</dcterms:created>
  <dcterms:modified xsi:type="dcterms:W3CDTF">2026-06-20T12:05:06Z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0942A23C9DBF400091A7CF974464C789_12</vt:lpwstr>
  </property>
</Properties>
</file>