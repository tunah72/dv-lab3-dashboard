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idebar-bg">
            <a:extLst>
              <a:ext uri="{FF2B5EF4-FFF2-40B4-BE49-F238E27FC236}">
                <a16:creationId xmlns:a16="http://schemas.microsoft.com/office/drawing/2014/main" id="{0EF24793-F381-4459-BF70-B9AF78121F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676400" cy="685800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port-bg">
            <a:extLst>
              <a:ext uri="{FF2B5EF4-FFF2-40B4-BE49-F238E27FC236}">
                <a16:creationId xmlns:a16="http://schemas.microsoft.com/office/drawing/2014/main" id="{CF4D9D4F-2944-43DD-9E7A-1E2FD739E868}"/>
              </a:ext>
            </a:extLst>
          </p:cNvPr>
          <p:cNvSpPr>
            <a:spLocks noGrp="1"/>
          </p:cNvSpPr>
          <p:nvPr/>
        </p:nvSpPr>
        <p:spPr>
          <a:xfrm>
            <a:off x="1676400" y="0"/>
            <a:ext cx="105156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op-rule">
            <a:extLst>
              <a:ext uri="{FF2B5EF4-FFF2-40B4-BE49-F238E27FC236}">
                <a16:creationId xmlns:a16="http://schemas.microsoft.com/office/drawing/2014/main" id="{52AF52C9-25A4-4E9C-885B-ABA47D4B1D47}"/>
              </a:ext>
            </a:extLst>
          </p:cNvPr>
          <p:cNvSpPr>
            <a:spLocks noGrp="1"/>
          </p:cNvSpPr>
          <p:nvPr/>
        </p:nvSpPr>
        <p:spPr>
          <a:xfrm>
            <a:off x="1676400" y="0"/>
            <a:ext cx="10515600" cy="9525"/>
          </a:xfrm>
          <a:prstGeom prst="rect">
            <a:avLst/>
          </a:prstGeom>
          <a:solidFill>
            <a:srgbClr val="DFE7F1"/>
          </a:solidFill>
          <a:ln w="0">
            <a:solidFill>
              <a:srgbClr val="DF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63D4B8-8D35-4562-A128-40665064667F}"/>
              </a:ext>
            </a:extLst>
          </p:cNvPr>
          <p:cNvSpPr>
            <a:spLocks noGrp="1"/>
          </p:cNvSpPr>
          <p:nvPr/>
        </p:nvSpPr>
        <p:spPr>
          <a:xfrm>
            <a:off x="190500" y="266700"/>
            <a:ext cx="1295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endParaRPr sz="1050" b="1" dirty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" name="nav-Overview">
            <a:extLst>
              <a:ext uri="{FF2B5EF4-FFF2-40B4-BE49-F238E27FC236}">
                <a16:creationId xmlns:a16="http://schemas.microsoft.com/office/drawing/2014/main" id="{20A52A73-2BBC-45A8-AB47-99BD46BCD97D}"/>
              </a:ext>
            </a:extLst>
          </p:cNvPr>
          <p:cNvSpPr>
            <a:spLocks noGrp="1"/>
          </p:cNvSpPr>
          <p:nvPr/>
        </p:nvSpPr>
        <p:spPr>
          <a:xfrm>
            <a:off x="152400" y="781050"/>
            <a:ext cx="1409700" cy="381000"/>
          </a:xfrm>
          <a:prstGeom prst="rect">
            <a:avLst/>
          </a:prstGeom>
          <a:solidFill>
            <a:srgbClr val="28487D"/>
          </a:solidFill>
          <a:ln w="0">
            <a:solidFill>
              <a:srgbClr val="2848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av-Overview-accent">
            <a:extLst>
              <a:ext uri="{FF2B5EF4-FFF2-40B4-BE49-F238E27FC236}">
                <a16:creationId xmlns:a16="http://schemas.microsoft.com/office/drawing/2014/main" id="{13A74E85-EC08-4B4A-A90F-73F4AFC334D4}"/>
              </a:ext>
            </a:extLst>
          </p:cNvPr>
          <p:cNvSpPr>
            <a:spLocks noGrp="1"/>
          </p:cNvSpPr>
          <p:nvPr/>
        </p:nvSpPr>
        <p:spPr>
          <a:xfrm>
            <a:off x="0" y="781050"/>
            <a:ext cx="38100" cy="3810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icon-Overview-a">
            <a:extLst>
              <a:ext uri="{FF2B5EF4-FFF2-40B4-BE49-F238E27FC236}">
                <a16:creationId xmlns:a16="http://schemas.microsoft.com/office/drawing/2014/main" id="{70BFF3A2-1BCD-4FA8-9E47-FD1F96FACBB1}"/>
              </a:ext>
            </a:extLst>
          </p:cNvPr>
          <p:cNvSpPr>
            <a:spLocks noGrp="1"/>
          </p:cNvSpPr>
          <p:nvPr/>
        </p:nvSpPr>
        <p:spPr>
          <a:xfrm>
            <a:off x="266700" y="8953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icon-Overview-b">
            <a:extLst>
              <a:ext uri="{FF2B5EF4-FFF2-40B4-BE49-F238E27FC236}">
                <a16:creationId xmlns:a16="http://schemas.microsoft.com/office/drawing/2014/main" id="{79181C12-A9D8-4529-B335-FAB92E7F3621}"/>
              </a:ext>
            </a:extLst>
          </p:cNvPr>
          <p:cNvSpPr>
            <a:spLocks noGrp="1"/>
          </p:cNvSpPr>
          <p:nvPr/>
        </p:nvSpPr>
        <p:spPr>
          <a:xfrm>
            <a:off x="371475" y="8953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icon-Overview-c">
            <a:extLst>
              <a:ext uri="{FF2B5EF4-FFF2-40B4-BE49-F238E27FC236}">
                <a16:creationId xmlns:a16="http://schemas.microsoft.com/office/drawing/2014/main" id="{AF6D680D-D434-4EA6-A917-B2D4C94C02BF}"/>
              </a:ext>
            </a:extLst>
          </p:cNvPr>
          <p:cNvSpPr>
            <a:spLocks noGrp="1"/>
          </p:cNvSpPr>
          <p:nvPr/>
        </p:nvSpPr>
        <p:spPr>
          <a:xfrm>
            <a:off x="266700" y="10001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icon-Overview-d">
            <a:extLst>
              <a:ext uri="{FF2B5EF4-FFF2-40B4-BE49-F238E27FC236}">
                <a16:creationId xmlns:a16="http://schemas.microsoft.com/office/drawing/2014/main" id="{A092212A-57F4-459D-81C4-36407FBFAB18}"/>
              </a:ext>
            </a:extLst>
          </p:cNvPr>
          <p:cNvSpPr>
            <a:spLocks noGrp="1"/>
          </p:cNvSpPr>
          <p:nvPr/>
        </p:nvSpPr>
        <p:spPr>
          <a:xfrm>
            <a:off x="371475" y="10001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nav-Tab 1">
            <a:extLst>
              <a:ext uri="{FF2B5EF4-FFF2-40B4-BE49-F238E27FC236}">
                <a16:creationId xmlns:a16="http://schemas.microsoft.com/office/drawing/2014/main" id="{D6B23966-260C-49AF-BC8C-6B31D15449CA}"/>
              </a:ext>
            </a:extLst>
          </p:cNvPr>
          <p:cNvSpPr>
            <a:spLocks noGrp="1"/>
          </p:cNvSpPr>
          <p:nvPr/>
        </p:nvSpPr>
        <p:spPr>
          <a:xfrm>
            <a:off x="152400" y="118110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icon-Tab 1-a">
            <a:extLst>
              <a:ext uri="{FF2B5EF4-FFF2-40B4-BE49-F238E27FC236}">
                <a16:creationId xmlns:a16="http://schemas.microsoft.com/office/drawing/2014/main" id="{3BA625AD-66A5-4860-9EC3-8F27169BEF0C}"/>
              </a:ext>
            </a:extLst>
          </p:cNvPr>
          <p:cNvSpPr>
            <a:spLocks noGrp="1"/>
          </p:cNvSpPr>
          <p:nvPr/>
        </p:nvSpPr>
        <p:spPr>
          <a:xfrm>
            <a:off x="266700" y="129540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icon-Tab 1-b">
            <a:extLst>
              <a:ext uri="{FF2B5EF4-FFF2-40B4-BE49-F238E27FC236}">
                <a16:creationId xmlns:a16="http://schemas.microsoft.com/office/drawing/2014/main" id="{18976936-50E3-41C2-988F-F41AF2D36747}"/>
              </a:ext>
            </a:extLst>
          </p:cNvPr>
          <p:cNvSpPr>
            <a:spLocks noGrp="1"/>
          </p:cNvSpPr>
          <p:nvPr/>
        </p:nvSpPr>
        <p:spPr>
          <a:xfrm>
            <a:off x="371475" y="129540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icon-Tab 1-c">
            <a:extLst>
              <a:ext uri="{FF2B5EF4-FFF2-40B4-BE49-F238E27FC236}">
                <a16:creationId xmlns:a16="http://schemas.microsoft.com/office/drawing/2014/main" id="{6D0C2EA7-536B-4B19-8B5A-7DA9EBEFD175}"/>
              </a:ext>
            </a:extLst>
          </p:cNvPr>
          <p:cNvSpPr>
            <a:spLocks noGrp="1"/>
          </p:cNvSpPr>
          <p:nvPr/>
        </p:nvSpPr>
        <p:spPr>
          <a:xfrm>
            <a:off x="266700" y="140017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icon-Tab 1-d">
            <a:extLst>
              <a:ext uri="{FF2B5EF4-FFF2-40B4-BE49-F238E27FC236}">
                <a16:creationId xmlns:a16="http://schemas.microsoft.com/office/drawing/2014/main" id="{86328369-9E14-428F-BFE5-2373D2956E6A}"/>
              </a:ext>
            </a:extLst>
          </p:cNvPr>
          <p:cNvSpPr>
            <a:spLocks noGrp="1"/>
          </p:cNvSpPr>
          <p:nvPr/>
        </p:nvSpPr>
        <p:spPr>
          <a:xfrm>
            <a:off x="371475" y="140017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nav-Tab 2">
            <a:extLst>
              <a:ext uri="{FF2B5EF4-FFF2-40B4-BE49-F238E27FC236}">
                <a16:creationId xmlns:a16="http://schemas.microsoft.com/office/drawing/2014/main" id="{2C1D221A-E349-4A8B-B8EC-14D8AEED1703}"/>
              </a:ext>
            </a:extLst>
          </p:cNvPr>
          <p:cNvSpPr>
            <a:spLocks noGrp="1"/>
          </p:cNvSpPr>
          <p:nvPr/>
        </p:nvSpPr>
        <p:spPr>
          <a:xfrm>
            <a:off x="152400" y="15811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icon-Tab 2-a">
            <a:extLst>
              <a:ext uri="{FF2B5EF4-FFF2-40B4-BE49-F238E27FC236}">
                <a16:creationId xmlns:a16="http://schemas.microsoft.com/office/drawing/2014/main" id="{B5C957C1-8B40-40A6-ADDF-DC1ED73F4856}"/>
              </a:ext>
            </a:extLst>
          </p:cNvPr>
          <p:cNvSpPr>
            <a:spLocks noGrp="1"/>
          </p:cNvSpPr>
          <p:nvPr/>
        </p:nvSpPr>
        <p:spPr>
          <a:xfrm>
            <a:off x="266700" y="16954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icon-Tab 2-b">
            <a:extLst>
              <a:ext uri="{FF2B5EF4-FFF2-40B4-BE49-F238E27FC236}">
                <a16:creationId xmlns:a16="http://schemas.microsoft.com/office/drawing/2014/main" id="{0B62DC8D-5BDB-42D3-BEAA-9ED9CABB9019}"/>
              </a:ext>
            </a:extLst>
          </p:cNvPr>
          <p:cNvSpPr>
            <a:spLocks noGrp="1"/>
          </p:cNvSpPr>
          <p:nvPr/>
        </p:nvSpPr>
        <p:spPr>
          <a:xfrm>
            <a:off x="371475" y="16954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icon-Tab 2-c">
            <a:extLst>
              <a:ext uri="{FF2B5EF4-FFF2-40B4-BE49-F238E27FC236}">
                <a16:creationId xmlns:a16="http://schemas.microsoft.com/office/drawing/2014/main" id="{1FC928A4-7DAC-4176-B1C2-30C35917764D}"/>
              </a:ext>
            </a:extLst>
          </p:cNvPr>
          <p:cNvSpPr>
            <a:spLocks noGrp="1"/>
          </p:cNvSpPr>
          <p:nvPr/>
        </p:nvSpPr>
        <p:spPr>
          <a:xfrm>
            <a:off x="266700" y="18002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icon-Tab 2-d">
            <a:extLst>
              <a:ext uri="{FF2B5EF4-FFF2-40B4-BE49-F238E27FC236}">
                <a16:creationId xmlns:a16="http://schemas.microsoft.com/office/drawing/2014/main" id="{CDEA3A8D-EFCD-474E-9E48-1C85BF23E411}"/>
              </a:ext>
            </a:extLst>
          </p:cNvPr>
          <p:cNvSpPr>
            <a:spLocks noGrp="1"/>
          </p:cNvSpPr>
          <p:nvPr/>
        </p:nvSpPr>
        <p:spPr>
          <a:xfrm>
            <a:off x="371475" y="18002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nav-Tab 3">
            <a:extLst>
              <a:ext uri="{FF2B5EF4-FFF2-40B4-BE49-F238E27FC236}">
                <a16:creationId xmlns:a16="http://schemas.microsoft.com/office/drawing/2014/main" id="{301292BE-9BCD-499E-8264-9D529201CDAE}"/>
              </a:ext>
            </a:extLst>
          </p:cNvPr>
          <p:cNvSpPr>
            <a:spLocks noGrp="1"/>
          </p:cNvSpPr>
          <p:nvPr/>
        </p:nvSpPr>
        <p:spPr>
          <a:xfrm>
            <a:off x="152400" y="198120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icon-Tab 3-a">
            <a:extLst>
              <a:ext uri="{FF2B5EF4-FFF2-40B4-BE49-F238E27FC236}">
                <a16:creationId xmlns:a16="http://schemas.microsoft.com/office/drawing/2014/main" id="{93FA71B7-C0DF-4C45-ADFE-9576EAEFF61D}"/>
              </a:ext>
            </a:extLst>
          </p:cNvPr>
          <p:cNvSpPr>
            <a:spLocks noGrp="1"/>
          </p:cNvSpPr>
          <p:nvPr/>
        </p:nvSpPr>
        <p:spPr>
          <a:xfrm>
            <a:off x="266700" y="209550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icon-Tab 3-b">
            <a:extLst>
              <a:ext uri="{FF2B5EF4-FFF2-40B4-BE49-F238E27FC236}">
                <a16:creationId xmlns:a16="http://schemas.microsoft.com/office/drawing/2014/main" id="{F1C6B55C-F3CA-472B-A058-D8714C915460}"/>
              </a:ext>
            </a:extLst>
          </p:cNvPr>
          <p:cNvSpPr>
            <a:spLocks noGrp="1"/>
          </p:cNvSpPr>
          <p:nvPr/>
        </p:nvSpPr>
        <p:spPr>
          <a:xfrm>
            <a:off x="371475" y="209550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icon-Tab 3-c">
            <a:extLst>
              <a:ext uri="{FF2B5EF4-FFF2-40B4-BE49-F238E27FC236}">
                <a16:creationId xmlns:a16="http://schemas.microsoft.com/office/drawing/2014/main" id="{7868A0E9-CE06-4131-A87B-1133E89DC5C0}"/>
              </a:ext>
            </a:extLst>
          </p:cNvPr>
          <p:cNvSpPr>
            <a:spLocks noGrp="1"/>
          </p:cNvSpPr>
          <p:nvPr/>
        </p:nvSpPr>
        <p:spPr>
          <a:xfrm>
            <a:off x="266700" y="220027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icon-Tab 3-d">
            <a:extLst>
              <a:ext uri="{FF2B5EF4-FFF2-40B4-BE49-F238E27FC236}">
                <a16:creationId xmlns:a16="http://schemas.microsoft.com/office/drawing/2014/main" id="{90103C42-8467-4E11-A4BA-2B9739FAABD8}"/>
              </a:ext>
            </a:extLst>
          </p:cNvPr>
          <p:cNvSpPr>
            <a:spLocks noGrp="1"/>
          </p:cNvSpPr>
          <p:nvPr/>
        </p:nvSpPr>
        <p:spPr>
          <a:xfrm>
            <a:off x="371475" y="220027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nav-Tab 4">
            <a:extLst>
              <a:ext uri="{FF2B5EF4-FFF2-40B4-BE49-F238E27FC236}">
                <a16:creationId xmlns:a16="http://schemas.microsoft.com/office/drawing/2014/main" id="{86270AE3-8720-4E0E-8B8A-823281F9314F}"/>
              </a:ext>
            </a:extLst>
          </p:cNvPr>
          <p:cNvSpPr>
            <a:spLocks noGrp="1"/>
          </p:cNvSpPr>
          <p:nvPr/>
        </p:nvSpPr>
        <p:spPr>
          <a:xfrm>
            <a:off x="152400" y="23812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icon-Tab 4-a">
            <a:extLst>
              <a:ext uri="{FF2B5EF4-FFF2-40B4-BE49-F238E27FC236}">
                <a16:creationId xmlns:a16="http://schemas.microsoft.com/office/drawing/2014/main" id="{8B1BF2DE-F92E-429D-AEF2-ECF8BA29F3CC}"/>
              </a:ext>
            </a:extLst>
          </p:cNvPr>
          <p:cNvSpPr>
            <a:spLocks noGrp="1"/>
          </p:cNvSpPr>
          <p:nvPr/>
        </p:nvSpPr>
        <p:spPr>
          <a:xfrm>
            <a:off x="266700" y="24955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icon-Tab 4-b">
            <a:extLst>
              <a:ext uri="{FF2B5EF4-FFF2-40B4-BE49-F238E27FC236}">
                <a16:creationId xmlns:a16="http://schemas.microsoft.com/office/drawing/2014/main" id="{5285428E-F620-470E-8ABD-993EEF0ED7D9}"/>
              </a:ext>
            </a:extLst>
          </p:cNvPr>
          <p:cNvSpPr>
            <a:spLocks noGrp="1"/>
          </p:cNvSpPr>
          <p:nvPr/>
        </p:nvSpPr>
        <p:spPr>
          <a:xfrm>
            <a:off x="371475" y="24955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icon-Tab 4-c">
            <a:extLst>
              <a:ext uri="{FF2B5EF4-FFF2-40B4-BE49-F238E27FC236}">
                <a16:creationId xmlns:a16="http://schemas.microsoft.com/office/drawing/2014/main" id="{6BBEA7E5-AB4E-48D3-A233-F0BA703FEFF6}"/>
              </a:ext>
            </a:extLst>
          </p:cNvPr>
          <p:cNvSpPr>
            <a:spLocks noGrp="1"/>
          </p:cNvSpPr>
          <p:nvPr/>
        </p:nvSpPr>
        <p:spPr>
          <a:xfrm>
            <a:off x="266700" y="26003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icon-Tab 4-d">
            <a:extLst>
              <a:ext uri="{FF2B5EF4-FFF2-40B4-BE49-F238E27FC236}">
                <a16:creationId xmlns:a16="http://schemas.microsoft.com/office/drawing/2014/main" id="{C7088F31-23C9-45C5-BA3F-E22C8CAEB873}"/>
              </a:ext>
            </a:extLst>
          </p:cNvPr>
          <p:cNvSpPr>
            <a:spLocks noGrp="1"/>
          </p:cNvSpPr>
          <p:nvPr/>
        </p:nvSpPr>
        <p:spPr>
          <a:xfrm>
            <a:off x="371475" y="26003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A59F67-254A-42E6-9CA8-F3AB90D05D41}"/>
              </a:ext>
            </a:extLst>
          </p:cNvPr>
          <p:cNvSpPr>
            <a:spLocks noGrp="1"/>
          </p:cNvSpPr>
          <p:nvPr/>
        </p:nvSpPr>
        <p:spPr>
          <a:xfrm>
            <a:off x="209550" y="30289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FILTERS</a:t>
            </a:r>
          </a:p>
        </p:txBody>
      </p:sp>
      <p:sp>
        <p:nvSpPr>
          <p:cNvPr id="37" name="filter-container">
            <a:extLst>
              <a:ext uri="{FF2B5EF4-FFF2-40B4-BE49-F238E27FC236}">
                <a16:creationId xmlns:a16="http://schemas.microsoft.com/office/drawing/2014/main" id="{2B646C89-C1A7-42F1-B6E1-A0F067006E86}"/>
              </a:ext>
            </a:extLst>
          </p:cNvPr>
          <p:cNvSpPr>
            <a:spLocks noGrp="1"/>
          </p:cNvSpPr>
          <p:nvPr/>
        </p:nvSpPr>
        <p:spPr>
          <a:xfrm>
            <a:off x="209550" y="3276600"/>
            <a:ext cx="1200150" cy="2609850"/>
          </a:xfrm>
          <a:prstGeom prst="rect">
            <a:avLst/>
          </a:prstGeom>
          <a:solidFill>
            <a:srgbClr val="2A3A51"/>
          </a:solidFill>
          <a:ln w="9525">
            <a:solidFill>
              <a:srgbClr val="4354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idebar-bottom-rule">
            <a:extLst>
              <a:ext uri="{FF2B5EF4-FFF2-40B4-BE49-F238E27FC236}">
                <a16:creationId xmlns:a16="http://schemas.microsoft.com/office/drawing/2014/main" id="{EBE6F3CA-FFDE-4D6C-BE5B-A844892777FF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676400" cy="952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set-button-bg">
            <a:extLst>
              <a:ext uri="{FF2B5EF4-FFF2-40B4-BE49-F238E27FC236}">
                <a16:creationId xmlns:a16="http://schemas.microsoft.com/office/drawing/2014/main" id="{5AA11BEC-2349-4A62-A2C7-C97022BD7E29}"/>
              </a:ext>
            </a:extLst>
          </p:cNvPr>
          <p:cNvSpPr>
            <a:spLocks noGrp="1"/>
          </p:cNvSpPr>
          <p:nvPr/>
        </p:nvSpPr>
        <p:spPr>
          <a:xfrm>
            <a:off x="190500" y="6438900"/>
            <a:ext cx="1295400" cy="26670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header-zone">
            <a:extLst>
              <a:ext uri="{FF2B5EF4-FFF2-40B4-BE49-F238E27FC236}">
                <a16:creationId xmlns:a16="http://schemas.microsoft.com/office/drawing/2014/main" id="{9F77BE0C-E717-4940-97F0-5C327E1FC186}"/>
              </a:ext>
            </a:extLst>
          </p:cNvPr>
          <p:cNvSpPr>
            <a:spLocks noGrp="1"/>
          </p:cNvSpPr>
          <p:nvPr/>
        </p:nvSpPr>
        <p:spPr>
          <a:xfrm>
            <a:off x="1943100" y="266700"/>
            <a:ext cx="99822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header-divider">
            <a:extLst>
              <a:ext uri="{FF2B5EF4-FFF2-40B4-BE49-F238E27FC236}">
                <a16:creationId xmlns:a16="http://schemas.microsoft.com/office/drawing/2014/main" id="{F277AAFC-1F0C-4548-8BBF-BB6F2EEB8CCE}"/>
              </a:ext>
            </a:extLst>
          </p:cNvPr>
          <p:cNvSpPr>
            <a:spLocks noGrp="1"/>
          </p:cNvSpPr>
          <p:nvPr/>
        </p:nvSpPr>
        <p:spPr>
          <a:xfrm>
            <a:off x="1943100" y="781050"/>
            <a:ext cx="9982200" cy="9525"/>
          </a:xfrm>
          <a:prstGeom prst="rect">
            <a:avLst/>
          </a:prstGeom>
          <a:solidFill>
            <a:srgbClr val="E5EAF1"/>
          </a:solidFill>
          <a:ln w="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kpi-1">
            <a:extLst>
              <a:ext uri="{FF2B5EF4-FFF2-40B4-BE49-F238E27FC236}">
                <a16:creationId xmlns:a16="http://schemas.microsoft.com/office/drawing/2014/main" id="{5094C197-1D76-4A37-8D05-AA8D8A0F0DF6}"/>
              </a:ext>
            </a:extLst>
          </p:cNvPr>
          <p:cNvSpPr>
            <a:spLocks noGrp="1"/>
          </p:cNvSpPr>
          <p:nvPr/>
        </p:nvSpPr>
        <p:spPr>
          <a:xfrm>
            <a:off x="1943100" y="1028700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kpi-2">
            <a:extLst>
              <a:ext uri="{FF2B5EF4-FFF2-40B4-BE49-F238E27FC236}">
                <a16:creationId xmlns:a16="http://schemas.microsoft.com/office/drawing/2014/main" id="{7EF6A234-2EA6-4729-8185-4B433652CA31}"/>
              </a:ext>
            </a:extLst>
          </p:cNvPr>
          <p:cNvSpPr>
            <a:spLocks noGrp="1"/>
          </p:cNvSpPr>
          <p:nvPr/>
        </p:nvSpPr>
        <p:spPr>
          <a:xfrm>
            <a:off x="4476750" y="1028700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kpi-3">
            <a:extLst>
              <a:ext uri="{FF2B5EF4-FFF2-40B4-BE49-F238E27FC236}">
                <a16:creationId xmlns:a16="http://schemas.microsoft.com/office/drawing/2014/main" id="{D91198E1-0361-498E-9F77-A1B213A22FC3}"/>
              </a:ext>
            </a:extLst>
          </p:cNvPr>
          <p:cNvSpPr>
            <a:spLocks noGrp="1"/>
          </p:cNvSpPr>
          <p:nvPr/>
        </p:nvSpPr>
        <p:spPr>
          <a:xfrm>
            <a:off x="7010400" y="1028700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kpi-4">
            <a:extLst>
              <a:ext uri="{FF2B5EF4-FFF2-40B4-BE49-F238E27FC236}">
                <a16:creationId xmlns:a16="http://schemas.microsoft.com/office/drawing/2014/main" id="{AF631E48-7610-496C-B918-7224E355D83F}"/>
              </a:ext>
            </a:extLst>
          </p:cNvPr>
          <p:cNvSpPr>
            <a:spLocks noGrp="1"/>
          </p:cNvSpPr>
          <p:nvPr/>
        </p:nvSpPr>
        <p:spPr>
          <a:xfrm>
            <a:off x="9544050" y="1028700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main-chart">
            <a:extLst>
              <a:ext uri="{FF2B5EF4-FFF2-40B4-BE49-F238E27FC236}">
                <a16:creationId xmlns:a16="http://schemas.microsoft.com/office/drawing/2014/main" id="{76689DAF-429A-4F15-A84A-E28E6113CB9D}"/>
              </a:ext>
            </a:extLst>
          </p:cNvPr>
          <p:cNvSpPr>
            <a:spLocks noGrp="1"/>
          </p:cNvSpPr>
          <p:nvPr/>
        </p:nvSpPr>
        <p:spPr>
          <a:xfrm>
            <a:off x="1943100" y="2171700"/>
            <a:ext cx="6381750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upporting-chart-right">
            <a:extLst>
              <a:ext uri="{FF2B5EF4-FFF2-40B4-BE49-F238E27FC236}">
                <a16:creationId xmlns:a16="http://schemas.microsoft.com/office/drawing/2014/main" id="{A84D34AA-127F-4081-9F0C-4E9EA2DEA27F}"/>
              </a:ext>
            </a:extLst>
          </p:cNvPr>
          <p:cNvSpPr>
            <a:spLocks noGrp="1"/>
          </p:cNvSpPr>
          <p:nvPr/>
        </p:nvSpPr>
        <p:spPr>
          <a:xfrm>
            <a:off x="8515350" y="2171700"/>
            <a:ext cx="3409950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upporting-chart-bottom">
            <a:extLst>
              <a:ext uri="{FF2B5EF4-FFF2-40B4-BE49-F238E27FC236}">
                <a16:creationId xmlns:a16="http://schemas.microsoft.com/office/drawing/2014/main" id="{8A2E3677-CB7A-4F79-A2FF-2E43699E0D17}"/>
              </a:ext>
            </a:extLst>
          </p:cNvPr>
          <p:cNvSpPr>
            <a:spLocks noGrp="1"/>
          </p:cNvSpPr>
          <p:nvPr/>
        </p:nvSpPr>
        <p:spPr>
          <a:xfrm>
            <a:off x="1943100" y="5029200"/>
            <a:ext cx="4457700" cy="1562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detail-table">
            <a:extLst>
              <a:ext uri="{FF2B5EF4-FFF2-40B4-BE49-F238E27FC236}">
                <a16:creationId xmlns:a16="http://schemas.microsoft.com/office/drawing/2014/main" id="{79DB4FCD-8F7C-4774-B1C4-01D3FCB0D502}"/>
              </a:ext>
            </a:extLst>
          </p:cNvPr>
          <p:cNvSpPr>
            <a:spLocks noGrp="1"/>
          </p:cNvSpPr>
          <p:nvPr/>
        </p:nvSpPr>
        <p:spPr>
          <a:xfrm>
            <a:off x="6591300" y="5029200"/>
            <a:ext cx="5334000" cy="1562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header-accent">
            <a:extLst>
              <a:ext uri="{FF2B5EF4-FFF2-40B4-BE49-F238E27FC236}">
                <a16:creationId xmlns:a16="http://schemas.microsoft.com/office/drawing/2014/main" id="{53A75F3C-EDBD-4078-955D-B3208B455381}"/>
              </a:ext>
            </a:extLst>
          </p:cNvPr>
          <p:cNvSpPr>
            <a:spLocks noGrp="1"/>
          </p:cNvSpPr>
          <p:nvPr/>
        </p:nvSpPr>
        <p:spPr>
          <a:xfrm>
            <a:off x="1943100" y="895350"/>
            <a:ext cx="6096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2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idebar-bg">
            <a:extLst>
              <a:ext uri="{FF2B5EF4-FFF2-40B4-BE49-F238E27FC236}">
                <a16:creationId xmlns:a16="http://schemas.microsoft.com/office/drawing/2014/main" id="{8A5D3C59-D3BC-494A-85AB-9A8D11BB1E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676400" cy="685800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port-bg">
            <a:extLst>
              <a:ext uri="{FF2B5EF4-FFF2-40B4-BE49-F238E27FC236}">
                <a16:creationId xmlns:a16="http://schemas.microsoft.com/office/drawing/2014/main" id="{54AEEF51-10C7-45F5-9B1D-AE816C32C1DB}"/>
              </a:ext>
            </a:extLst>
          </p:cNvPr>
          <p:cNvSpPr>
            <a:spLocks noGrp="1"/>
          </p:cNvSpPr>
          <p:nvPr/>
        </p:nvSpPr>
        <p:spPr>
          <a:xfrm>
            <a:off x="1676400" y="0"/>
            <a:ext cx="105156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op-rule">
            <a:extLst>
              <a:ext uri="{FF2B5EF4-FFF2-40B4-BE49-F238E27FC236}">
                <a16:creationId xmlns:a16="http://schemas.microsoft.com/office/drawing/2014/main" id="{F6A15DCD-9434-4027-9753-8BD066DDFBD0}"/>
              </a:ext>
            </a:extLst>
          </p:cNvPr>
          <p:cNvSpPr>
            <a:spLocks noGrp="1"/>
          </p:cNvSpPr>
          <p:nvPr/>
        </p:nvSpPr>
        <p:spPr>
          <a:xfrm>
            <a:off x="1676400" y="0"/>
            <a:ext cx="10515600" cy="9525"/>
          </a:xfrm>
          <a:prstGeom prst="rect">
            <a:avLst/>
          </a:prstGeom>
          <a:solidFill>
            <a:srgbClr val="DFE7F1"/>
          </a:solidFill>
          <a:ln w="0">
            <a:solidFill>
              <a:srgbClr val="DF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av-Overview">
            <a:extLst>
              <a:ext uri="{FF2B5EF4-FFF2-40B4-BE49-F238E27FC236}">
                <a16:creationId xmlns:a16="http://schemas.microsoft.com/office/drawing/2014/main" id="{A65DCD2A-6D47-4B39-A7D3-F24DF93C1E28}"/>
              </a:ext>
            </a:extLst>
          </p:cNvPr>
          <p:cNvSpPr>
            <a:spLocks noGrp="1"/>
          </p:cNvSpPr>
          <p:nvPr/>
        </p:nvSpPr>
        <p:spPr>
          <a:xfrm>
            <a:off x="152400" y="7810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icon-Overview-a">
            <a:extLst>
              <a:ext uri="{FF2B5EF4-FFF2-40B4-BE49-F238E27FC236}">
                <a16:creationId xmlns:a16="http://schemas.microsoft.com/office/drawing/2014/main" id="{50CD2DC5-7516-4389-A41C-B01E3E4968E1}"/>
              </a:ext>
            </a:extLst>
          </p:cNvPr>
          <p:cNvSpPr>
            <a:spLocks noGrp="1"/>
          </p:cNvSpPr>
          <p:nvPr/>
        </p:nvSpPr>
        <p:spPr>
          <a:xfrm>
            <a:off x="266700" y="8953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icon-Overview-b">
            <a:extLst>
              <a:ext uri="{FF2B5EF4-FFF2-40B4-BE49-F238E27FC236}">
                <a16:creationId xmlns:a16="http://schemas.microsoft.com/office/drawing/2014/main" id="{227186D6-1832-45DE-BE5B-34F8FCBC0FAF}"/>
              </a:ext>
            </a:extLst>
          </p:cNvPr>
          <p:cNvSpPr>
            <a:spLocks noGrp="1"/>
          </p:cNvSpPr>
          <p:nvPr/>
        </p:nvSpPr>
        <p:spPr>
          <a:xfrm>
            <a:off x="371475" y="8953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icon-Overview-c">
            <a:extLst>
              <a:ext uri="{FF2B5EF4-FFF2-40B4-BE49-F238E27FC236}">
                <a16:creationId xmlns:a16="http://schemas.microsoft.com/office/drawing/2014/main" id="{1BCDA532-0608-423C-A295-2510DD1A69E3}"/>
              </a:ext>
            </a:extLst>
          </p:cNvPr>
          <p:cNvSpPr>
            <a:spLocks noGrp="1"/>
          </p:cNvSpPr>
          <p:nvPr/>
        </p:nvSpPr>
        <p:spPr>
          <a:xfrm>
            <a:off x="266700" y="10001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icon-Overview-d">
            <a:extLst>
              <a:ext uri="{FF2B5EF4-FFF2-40B4-BE49-F238E27FC236}">
                <a16:creationId xmlns:a16="http://schemas.microsoft.com/office/drawing/2014/main" id="{054C15F8-68B6-4228-B34F-B9D9DC074B91}"/>
              </a:ext>
            </a:extLst>
          </p:cNvPr>
          <p:cNvSpPr>
            <a:spLocks noGrp="1"/>
          </p:cNvSpPr>
          <p:nvPr/>
        </p:nvSpPr>
        <p:spPr>
          <a:xfrm>
            <a:off x="371475" y="10001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nav-Tab 1">
            <a:extLst>
              <a:ext uri="{FF2B5EF4-FFF2-40B4-BE49-F238E27FC236}">
                <a16:creationId xmlns:a16="http://schemas.microsoft.com/office/drawing/2014/main" id="{F3E35C7C-C8CC-4489-A18B-E6ED61CF5D9E}"/>
              </a:ext>
            </a:extLst>
          </p:cNvPr>
          <p:cNvSpPr>
            <a:spLocks noGrp="1"/>
          </p:cNvSpPr>
          <p:nvPr/>
        </p:nvSpPr>
        <p:spPr>
          <a:xfrm>
            <a:off x="152400" y="1181100"/>
            <a:ext cx="1409700" cy="381000"/>
          </a:xfrm>
          <a:prstGeom prst="rect">
            <a:avLst/>
          </a:prstGeom>
          <a:solidFill>
            <a:srgbClr val="28487D"/>
          </a:solidFill>
          <a:ln w="0">
            <a:solidFill>
              <a:srgbClr val="2848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nav-Tab 1-accent">
            <a:extLst>
              <a:ext uri="{FF2B5EF4-FFF2-40B4-BE49-F238E27FC236}">
                <a16:creationId xmlns:a16="http://schemas.microsoft.com/office/drawing/2014/main" id="{C513DCA6-588C-43AA-BBB0-B61A5ECF2AF1}"/>
              </a:ext>
            </a:extLst>
          </p:cNvPr>
          <p:cNvSpPr>
            <a:spLocks noGrp="1"/>
          </p:cNvSpPr>
          <p:nvPr/>
        </p:nvSpPr>
        <p:spPr>
          <a:xfrm>
            <a:off x="0" y="1181100"/>
            <a:ext cx="38100" cy="3810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icon-Tab 1-a">
            <a:extLst>
              <a:ext uri="{FF2B5EF4-FFF2-40B4-BE49-F238E27FC236}">
                <a16:creationId xmlns:a16="http://schemas.microsoft.com/office/drawing/2014/main" id="{C5B2B3D2-12A7-4305-BB74-8521B19B3EF8}"/>
              </a:ext>
            </a:extLst>
          </p:cNvPr>
          <p:cNvSpPr>
            <a:spLocks noGrp="1"/>
          </p:cNvSpPr>
          <p:nvPr/>
        </p:nvSpPr>
        <p:spPr>
          <a:xfrm>
            <a:off x="266700" y="129540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icon-Tab 1-b">
            <a:extLst>
              <a:ext uri="{FF2B5EF4-FFF2-40B4-BE49-F238E27FC236}">
                <a16:creationId xmlns:a16="http://schemas.microsoft.com/office/drawing/2014/main" id="{61236A4F-A013-4AD2-BFED-FA18AB3FC42B}"/>
              </a:ext>
            </a:extLst>
          </p:cNvPr>
          <p:cNvSpPr>
            <a:spLocks noGrp="1"/>
          </p:cNvSpPr>
          <p:nvPr/>
        </p:nvSpPr>
        <p:spPr>
          <a:xfrm>
            <a:off x="371475" y="129540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icon-Tab 1-c">
            <a:extLst>
              <a:ext uri="{FF2B5EF4-FFF2-40B4-BE49-F238E27FC236}">
                <a16:creationId xmlns:a16="http://schemas.microsoft.com/office/drawing/2014/main" id="{AB1220A8-D5E9-4972-9780-066BEEFC4BDD}"/>
              </a:ext>
            </a:extLst>
          </p:cNvPr>
          <p:cNvSpPr>
            <a:spLocks noGrp="1"/>
          </p:cNvSpPr>
          <p:nvPr/>
        </p:nvSpPr>
        <p:spPr>
          <a:xfrm>
            <a:off x="266700" y="140017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icon-Tab 1-d">
            <a:extLst>
              <a:ext uri="{FF2B5EF4-FFF2-40B4-BE49-F238E27FC236}">
                <a16:creationId xmlns:a16="http://schemas.microsoft.com/office/drawing/2014/main" id="{E8FA2370-5CE3-4FCC-82E4-927DCE3A7137}"/>
              </a:ext>
            </a:extLst>
          </p:cNvPr>
          <p:cNvSpPr>
            <a:spLocks noGrp="1"/>
          </p:cNvSpPr>
          <p:nvPr/>
        </p:nvSpPr>
        <p:spPr>
          <a:xfrm>
            <a:off x="371475" y="140017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nav-Tab 2">
            <a:extLst>
              <a:ext uri="{FF2B5EF4-FFF2-40B4-BE49-F238E27FC236}">
                <a16:creationId xmlns:a16="http://schemas.microsoft.com/office/drawing/2014/main" id="{13D17773-609C-4F1C-AF70-A1E515913122}"/>
              </a:ext>
            </a:extLst>
          </p:cNvPr>
          <p:cNvSpPr>
            <a:spLocks noGrp="1"/>
          </p:cNvSpPr>
          <p:nvPr/>
        </p:nvSpPr>
        <p:spPr>
          <a:xfrm>
            <a:off x="152400" y="15811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icon-Tab 2-a">
            <a:extLst>
              <a:ext uri="{FF2B5EF4-FFF2-40B4-BE49-F238E27FC236}">
                <a16:creationId xmlns:a16="http://schemas.microsoft.com/office/drawing/2014/main" id="{9279409F-9BC1-4A57-BF54-450DAFA734AA}"/>
              </a:ext>
            </a:extLst>
          </p:cNvPr>
          <p:cNvSpPr>
            <a:spLocks noGrp="1"/>
          </p:cNvSpPr>
          <p:nvPr/>
        </p:nvSpPr>
        <p:spPr>
          <a:xfrm>
            <a:off x="266700" y="16954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icon-Tab 2-b">
            <a:extLst>
              <a:ext uri="{FF2B5EF4-FFF2-40B4-BE49-F238E27FC236}">
                <a16:creationId xmlns:a16="http://schemas.microsoft.com/office/drawing/2014/main" id="{7152F04B-336A-4917-9CD2-81DA6D0D9F71}"/>
              </a:ext>
            </a:extLst>
          </p:cNvPr>
          <p:cNvSpPr>
            <a:spLocks noGrp="1"/>
          </p:cNvSpPr>
          <p:nvPr/>
        </p:nvSpPr>
        <p:spPr>
          <a:xfrm>
            <a:off x="371475" y="16954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icon-Tab 2-c">
            <a:extLst>
              <a:ext uri="{FF2B5EF4-FFF2-40B4-BE49-F238E27FC236}">
                <a16:creationId xmlns:a16="http://schemas.microsoft.com/office/drawing/2014/main" id="{BFEBAAEA-8164-4B0B-A963-962BFDD01B3B}"/>
              </a:ext>
            </a:extLst>
          </p:cNvPr>
          <p:cNvSpPr>
            <a:spLocks noGrp="1"/>
          </p:cNvSpPr>
          <p:nvPr/>
        </p:nvSpPr>
        <p:spPr>
          <a:xfrm>
            <a:off x="266700" y="18002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icon-Tab 2-d">
            <a:extLst>
              <a:ext uri="{FF2B5EF4-FFF2-40B4-BE49-F238E27FC236}">
                <a16:creationId xmlns:a16="http://schemas.microsoft.com/office/drawing/2014/main" id="{569DDFE2-C0A5-44A9-AB29-A2C022A31712}"/>
              </a:ext>
            </a:extLst>
          </p:cNvPr>
          <p:cNvSpPr>
            <a:spLocks noGrp="1"/>
          </p:cNvSpPr>
          <p:nvPr/>
        </p:nvSpPr>
        <p:spPr>
          <a:xfrm>
            <a:off x="371475" y="18002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nav-Tab 3">
            <a:extLst>
              <a:ext uri="{FF2B5EF4-FFF2-40B4-BE49-F238E27FC236}">
                <a16:creationId xmlns:a16="http://schemas.microsoft.com/office/drawing/2014/main" id="{9429EB68-B06A-4F29-8E30-AA054C9A4172}"/>
              </a:ext>
            </a:extLst>
          </p:cNvPr>
          <p:cNvSpPr>
            <a:spLocks noGrp="1"/>
          </p:cNvSpPr>
          <p:nvPr/>
        </p:nvSpPr>
        <p:spPr>
          <a:xfrm>
            <a:off x="152400" y="198120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icon-Tab 3-a">
            <a:extLst>
              <a:ext uri="{FF2B5EF4-FFF2-40B4-BE49-F238E27FC236}">
                <a16:creationId xmlns:a16="http://schemas.microsoft.com/office/drawing/2014/main" id="{0FDAEB30-88E6-4EA7-BE59-A8599012A7BA}"/>
              </a:ext>
            </a:extLst>
          </p:cNvPr>
          <p:cNvSpPr>
            <a:spLocks noGrp="1"/>
          </p:cNvSpPr>
          <p:nvPr/>
        </p:nvSpPr>
        <p:spPr>
          <a:xfrm>
            <a:off x="266700" y="209550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icon-Tab 3-b">
            <a:extLst>
              <a:ext uri="{FF2B5EF4-FFF2-40B4-BE49-F238E27FC236}">
                <a16:creationId xmlns:a16="http://schemas.microsoft.com/office/drawing/2014/main" id="{BB336F66-62AB-4315-93E4-C439B3204B06}"/>
              </a:ext>
            </a:extLst>
          </p:cNvPr>
          <p:cNvSpPr>
            <a:spLocks noGrp="1"/>
          </p:cNvSpPr>
          <p:nvPr/>
        </p:nvSpPr>
        <p:spPr>
          <a:xfrm>
            <a:off x="371475" y="209550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icon-Tab 3-c">
            <a:extLst>
              <a:ext uri="{FF2B5EF4-FFF2-40B4-BE49-F238E27FC236}">
                <a16:creationId xmlns:a16="http://schemas.microsoft.com/office/drawing/2014/main" id="{97C6E344-81E5-4340-BF03-8B55CF92A8D7}"/>
              </a:ext>
            </a:extLst>
          </p:cNvPr>
          <p:cNvSpPr>
            <a:spLocks noGrp="1"/>
          </p:cNvSpPr>
          <p:nvPr/>
        </p:nvSpPr>
        <p:spPr>
          <a:xfrm>
            <a:off x="266700" y="220027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icon-Tab 3-d">
            <a:extLst>
              <a:ext uri="{FF2B5EF4-FFF2-40B4-BE49-F238E27FC236}">
                <a16:creationId xmlns:a16="http://schemas.microsoft.com/office/drawing/2014/main" id="{6C4BB277-8C71-458D-9299-781F24B684D4}"/>
              </a:ext>
            </a:extLst>
          </p:cNvPr>
          <p:cNvSpPr>
            <a:spLocks noGrp="1"/>
          </p:cNvSpPr>
          <p:nvPr/>
        </p:nvSpPr>
        <p:spPr>
          <a:xfrm>
            <a:off x="371475" y="220027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nav-Tab 4">
            <a:extLst>
              <a:ext uri="{FF2B5EF4-FFF2-40B4-BE49-F238E27FC236}">
                <a16:creationId xmlns:a16="http://schemas.microsoft.com/office/drawing/2014/main" id="{45450C98-50D2-4BD6-8F31-49E4D571B772}"/>
              </a:ext>
            </a:extLst>
          </p:cNvPr>
          <p:cNvSpPr>
            <a:spLocks noGrp="1"/>
          </p:cNvSpPr>
          <p:nvPr/>
        </p:nvSpPr>
        <p:spPr>
          <a:xfrm>
            <a:off x="152400" y="23812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icon-Tab 4-a">
            <a:extLst>
              <a:ext uri="{FF2B5EF4-FFF2-40B4-BE49-F238E27FC236}">
                <a16:creationId xmlns:a16="http://schemas.microsoft.com/office/drawing/2014/main" id="{2AA88609-5CEA-4C8A-AE09-E3604B6F7E21}"/>
              </a:ext>
            </a:extLst>
          </p:cNvPr>
          <p:cNvSpPr>
            <a:spLocks noGrp="1"/>
          </p:cNvSpPr>
          <p:nvPr/>
        </p:nvSpPr>
        <p:spPr>
          <a:xfrm>
            <a:off x="266700" y="24955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icon-Tab 4-b">
            <a:extLst>
              <a:ext uri="{FF2B5EF4-FFF2-40B4-BE49-F238E27FC236}">
                <a16:creationId xmlns:a16="http://schemas.microsoft.com/office/drawing/2014/main" id="{6E937785-48F1-4880-8385-AE2391B5B94A}"/>
              </a:ext>
            </a:extLst>
          </p:cNvPr>
          <p:cNvSpPr>
            <a:spLocks noGrp="1"/>
          </p:cNvSpPr>
          <p:nvPr/>
        </p:nvSpPr>
        <p:spPr>
          <a:xfrm>
            <a:off x="371475" y="24955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icon-Tab 4-c">
            <a:extLst>
              <a:ext uri="{FF2B5EF4-FFF2-40B4-BE49-F238E27FC236}">
                <a16:creationId xmlns:a16="http://schemas.microsoft.com/office/drawing/2014/main" id="{93881161-E915-4A71-B099-A1AEA8B9EDB5}"/>
              </a:ext>
            </a:extLst>
          </p:cNvPr>
          <p:cNvSpPr>
            <a:spLocks noGrp="1"/>
          </p:cNvSpPr>
          <p:nvPr/>
        </p:nvSpPr>
        <p:spPr>
          <a:xfrm>
            <a:off x="266700" y="26003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icon-Tab 4-d">
            <a:extLst>
              <a:ext uri="{FF2B5EF4-FFF2-40B4-BE49-F238E27FC236}">
                <a16:creationId xmlns:a16="http://schemas.microsoft.com/office/drawing/2014/main" id="{7D70C899-5BD8-44E9-903F-0CAA0B3EBB50}"/>
              </a:ext>
            </a:extLst>
          </p:cNvPr>
          <p:cNvSpPr>
            <a:spLocks noGrp="1"/>
          </p:cNvSpPr>
          <p:nvPr/>
        </p:nvSpPr>
        <p:spPr>
          <a:xfrm>
            <a:off x="371475" y="26003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D331A97-CBC7-44EE-90ED-414033167CD5}"/>
              </a:ext>
            </a:extLst>
          </p:cNvPr>
          <p:cNvSpPr>
            <a:spLocks noGrp="1"/>
          </p:cNvSpPr>
          <p:nvPr/>
        </p:nvSpPr>
        <p:spPr>
          <a:xfrm>
            <a:off x="209550" y="30289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FILTERS</a:t>
            </a:r>
          </a:p>
        </p:txBody>
      </p:sp>
      <p:sp>
        <p:nvSpPr>
          <p:cNvPr id="37" name="filter-container">
            <a:extLst>
              <a:ext uri="{FF2B5EF4-FFF2-40B4-BE49-F238E27FC236}">
                <a16:creationId xmlns:a16="http://schemas.microsoft.com/office/drawing/2014/main" id="{6EA4FFAC-4CEB-4422-AD2C-335A33220DAF}"/>
              </a:ext>
            </a:extLst>
          </p:cNvPr>
          <p:cNvSpPr>
            <a:spLocks noGrp="1"/>
          </p:cNvSpPr>
          <p:nvPr/>
        </p:nvSpPr>
        <p:spPr>
          <a:xfrm>
            <a:off x="209550" y="3276600"/>
            <a:ext cx="1200150" cy="2609850"/>
          </a:xfrm>
          <a:prstGeom prst="rect">
            <a:avLst/>
          </a:prstGeom>
          <a:solidFill>
            <a:srgbClr val="2A3A51"/>
          </a:solidFill>
          <a:ln w="9525">
            <a:solidFill>
              <a:srgbClr val="4354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idebar-bottom-rule">
            <a:extLst>
              <a:ext uri="{FF2B5EF4-FFF2-40B4-BE49-F238E27FC236}">
                <a16:creationId xmlns:a16="http://schemas.microsoft.com/office/drawing/2014/main" id="{8A8B3016-274A-496A-9BF3-13BB75C165E1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676400" cy="952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set-button-bg">
            <a:extLst>
              <a:ext uri="{FF2B5EF4-FFF2-40B4-BE49-F238E27FC236}">
                <a16:creationId xmlns:a16="http://schemas.microsoft.com/office/drawing/2014/main" id="{6A9E4164-0D86-4FC0-8567-F467D7C4E428}"/>
              </a:ext>
            </a:extLst>
          </p:cNvPr>
          <p:cNvSpPr>
            <a:spLocks noGrp="1"/>
          </p:cNvSpPr>
          <p:nvPr/>
        </p:nvSpPr>
        <p:spPr>
          <a:xfrm>
            <a:off x="190500" y="6438900"/>
            <a:ext cx="1295400" cy="26670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header-zone">
            <a:extLst>
              <a:ext uri="{FF2B5EF4-FFF2-40B4-BE49-F238E27FC236}">
                <a16:creationId xmlns:a16="http://schemas.microsoft.com/office/drawing/2014/main" id="{2E8D024C-2BF8-4832-BD89-4D9E6BB5BB9E}"/>
              </a:ext>
            </a:extLst>
          </p:cNvPr>
          <p:cNvSpPr>
            <a:spLocks noGrp="1"/>
          </p:cNvSpPr>
          <p:nvPr/>
        </p:nvSpPr>
        <p:spPr>
          <a:xfrm>
            <a:off x="1943100" y="266700"/>
            <a:ext cx="99822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header-divider">
            <a:extLst>
              <a:ext uri="{FF2B5EF4-FFF2-40B4-BE49-F238E27FC236}">
                <a16:creationId xmlns:a16="http://schemas.microsoft.com/office/drawing/2014/main" id="{F956C4F4-DFF8-4B24-8359-AFAD4DE9F808}"/>
              </a:ext>
            </a:extLst>
          </p:cNvPr>
          <p:cNvSpPr>
            <a:spLocks noGrp="1"/>
          </p:cNvSpPr>
          <p:nvPr/>
        </p:nvSpPr>
        <p:spPr>
          <a:xfrm>
            <a:off x="1943100" y="781050"/>
            <a:ext cx="9982200" cy="9525"/>
          </a:xfrm>
          <a:prstGeom prst="rect">
            <a:avLst/>
          </a:prstGeom>
          <a:solidFill>
            <a:srgbClr val="E5EAF1"/>
          </a:solidFill>
          <a:ln w="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kpi-1">
            <a:extLst>
              <a:ext uri="{FF2B5EF4-FFF2-40B4-BE49-F238E27FC236}">
                <a16:creationId xmlns:a16="http://schemas.microsoft.com/office/drawing/2014/main" id="{059B7E76-225D-4D22-B736-E3169B7F5B5C}"/>
              </a:ext>
            </a:extLst>
          </p:cNvPr>
          <p:cNvSpPr>
            <a:spLocks noGrp="1"/>
          </p:cNvSpPr>
          <p:nvPr/>
        </p:nvSpPr>
        <p:spPr>
          <a:xfrm>
            <a:off x="1924050" y="1009650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kpi-2">
            <a:extLst>
              <a:ext uri="{FF2B5EF4-FFF2-40B4-BE49-F238E27FC236}">
                <a16:creationId xmlns:a16="http://schemas.microsoft.com/office/drawing/2014/main" id="{C9A67CF3-A180-4E46-AC15-B80825C8046A}"/>
              </a:ext>
            </a:extLst>
          </p:cNvPr>
          <p:cNvSpPr>
            <a:spLocks noGrp="1"/>
          </p:cNvSpPr>
          <p:nvPr/>
        </p:nvSpPr>
        <p:spPr>
          <a:xfrm>
            <a:off x="4476750" y="1028700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kpi-3">
            <a:extLst>
              <a:ext uri="{FF2B5EF4-FFF2-40B4-BE49-F238E27FC236}">
                <a16:creationId xmlns:a16="http://schemas.microsoft.com/office/drawing/2014/main" id="{050B695C-F3A9-4773-AC15-713E96242755}"/>
              </a:ext>
            </a:extLst>
          </p:cNvPr>
          <p:cNvSpPr>
            <a:spLocks noGrp="1"/>
          </p:cNvSpPr>
          <p:nvPr/>
        </p:nvSpPr>
        <p:spPr>
          <a:xfrm>
            <a:off x="7010400" y="1028700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kpi-4">
            <a:extLst>
              <a:ext uri="{FF2B5EF4-FFF2-40B4-BE49-F238E27FC236}">
                <a16:creationId xmlns:a16="http://schemas.microsoft.com/office/drawing/2014/main" id="{CCDF2279-F1A2-4725-85F0-D397F41D0A7B}"/>
              </a:ext>
            </a:extLst>
          </p:cNvPr>
          <p:cNvSpPr>
            <a:spLocks noGrp="1"/>
          </p:cNvSpPr>
          <p:nvPr/>
        </p:nvSpPr>
        <p:spPr>
          <a:xfrm>
            <a:off x="9544050" y="1028700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main-chart">
            <a:extLst>
              <a:ext uri="{FF2B5EF4-FFF2-40B4-BE49-F238E27FC236}">
                <a16:creationId xmlns:a16="http://schemas.microsoft.com/office/drawing/2014/main" id="{228FD20B-AB06-4AF3-8CC2-3FF22FCC3A3B}"/>
              </a:ext>
            </a:extLst>
          </p:cNvPr>
          <p:cNvSpPr>
            <a:spLocks noGrp="1"/>
          </p:cNvSpPr>
          <p:nvPr/>
        </p:nvSpPr>
        <p:spPr>
          <a:xfrm>
            <a:off x="1943100" y="2171700"/>
            <a:ext cx="6381750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upporting-chart-right">
            <a:extLst>
              <a:ext uri="{FF2B5EF4-FFF2-40B4-BE49-F238E27FC236}">
                <a16:creationId xmlns:a16="http://schemas.microsoft.com/office/drawing/2014/main" id="{FA5FFEEC-2A21-453A-A0D6-EDA081DADD20}"/>
              </a:ext>
            </a:extLst>
          </p:cNvPr>
          <p:cNvSpPr>
            <a:spLocks noGrp="1"/>
          </p:cNvSpPr>
          <p:nvPr/>
        </p:nvSpPr>
        <p:spPr>
          <a:xfrm>
            <a:off x="8515350" y="2171700"/>
            <a:ext cx="3409950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upporting-chart-bottom">
            <a:extLst>
              <a:ext uri="{FF2B5EF4-FFF2-40B4-BE49-F238E27FC236}">
                <a16:creationId xmlns:a16="http://schemas.microsoft.com/office/drawing/2014/main" id="{B73F9EF3-380A-404F-884D-D4CE79AB14AF}"/>
              </a:ext>
            </a:extLst>
          </p:cNvPr>
          <p:cNvSpPr>
            <a:spLocks noGrp="1"/>
          </p:cNvSpPr>
          <p:nvPr/>
        </p:nvSpPr>
        <p:spPr>
          <a:xfrm>
            <a:off x="1943100" y="5029200"/>
            <a:ext cx="4457700" cy="1562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detail-table">
            <a:extLst>
              <a:ext uri="{FF2B5EF4-FFF2-40B4-BE49-F238E27FC236}">
                <a16:creationId xmlns:a16="http://schemas.microsoft.com/office/drawing/2014/main" id="{9A007134-D405-4430-B698-3D6018DFDCCA}"/>
              </a:ext>
            </a:extLst>
          </p:cNvPr>
          <p:cNvSpPr>
            <a:spLocks noGrp="1"/>
          </p:cNvSpPr>
          <p:nvPr/>
        </p:nvSpPr>
        <p:spPr>
          <a:xfrm>
            <a:off x="6591300" y="5029200"/>
            <a:ext cx="5334000" cy="1562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header-accent">
            <a:extLst>
              <a:ext uri="{FF2B5EF4-FFF2-40B4-BE49-F238E27FC236}">
                <a16:creationId xmlns:a16="http://schemas.microsoft.com/office/drawing/2014/main" id="{55C98A27-A14D-4165-8FE7-0548B1735D44}"/>
              </a:ext>
            </a:extLst>
          </p:cNvPr>
          <p:cNvSpPr>
            <a:spLocks noGrp="1"/>
          </p:cNvSpPr>
          <p:nvPr/>
        </p:nvSpPr>
        <p:spPr>
          <a:xfrm>
            <a:off x="1943100" y="895350"/>
            <a:ext cx="6096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73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idebar-bg">
            <a:extLst>
              <a:ext uri="{FF2B5EF4-FFF2-40B4-BE49-F238E27FC236}">
                <a16:creationId xmlns:a16="http://schemas.microsoft.com/office/drawing/2014/main" id="{93F78C5E-6F80-4047-9878-EF168CCB56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676400" cy="685800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port-bg">
            <a:extLst>
              <a:ext uri="{FF2B5EF4-FFF2-40B4-BE49-F238E27FC236}">
                <a16:creationId xmlns:a16="http://schemas.microsoft.com/office/drawing/2014/main" id="{5C52F1E4-4B04-4D2E-9F86-B28C502C9D8F}"/>
              </a:ext>
            </a:extLst>
          </p:cNvPr>
          <p:cNvSpPr>
            <a:spLocks noGrp="1"/>
          </p:cNvSpPr>
          <p:nvPr/>
        </p:nvSpPr>
        <p:spPr>
          <a:xfrm>
            <a:off x="1676400" y="0"/>
            <a:ext cx="105156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op-rule">
            <a:extLst>
              <a:ext uri="{FF2B5EF4-FFF2-40B4-BE49-F238E27FC236}">
                <a16:creationId xmlns:a16="http://schemas.microsoft.com/office/drawing/2014/main" id="{1303780F-AEE6-4F5A-B6F2-97116A805165}"/>
              </a:ext>
            </a:extLst>
          </p:cNvPr>
          <p:cNvSpPr>
            <a:spLocks noGrp="1"/>
          </p:cNvSpPr>
          <p:nvPr/>
        </p:nvSpPr>
        <p:spPr>
          <a:xfrm>
            <a:off x="1676400" y="0"/>
            <a:ext cx="10515600" cy="9525"/>
          </a:xfrm>
          <a:prstGeom prst="rect">
            <a:avLst/>
          </a:prstGeom>
          <a:solidFill>
            <a:srgbClr val="DFE7F1"/>
          </a:solidFill>
          <a:ln w="0">
            <a:solidFill>
              <a:srgbClr val="DF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av-Overview">
            <a:extLst>
              <a:ext uri="{FF2B5EF4-FFF2-40B4-BE49-F238E27FC236}">
                <a16:creationId xmlns:a16="http://schemas.microsoft.com/office/drawing/2014/main" id="{EB572502-F895-489D-99EB-CDC698931B1C}"/>
              </a:ext>
            </a:extLst>
          </p:cNvPr>
          <p:cNvSpPr>
            <a:spLocks noGrp="1"/>
          </p:cNvSpPr>
          <p:nvPr/>
        </p:nvSpPr>
        <p:spPr>
          <a:xfrm>
            <a:off x="152400" y="7810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icon-Overview-a">
            <a:extLst>
              <a:ext uri="{FF2B5EF4-FFF2-40B4-BE49-F238E27FC236}">
                <a16:creationId xmlns:a16="http://schemas.microsoft.com/office/drawing/2014/main" id="{CE1E3CE7-9A59-4062-8A5E-9C1148575177}"/>
              </a:ext>
            </a:extLst>
          </p:cNvPr>
          <p:cNvSpPr>
            <a:spLocks noGrp="1"/>
          </p:cNvSpPr>
          <p:nvPr/>
        </p:nvSpPr>
        <p:spPr>
          <a:xfrm>
            <a:off x="266700" y="8953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icon-Overview-b">
            <a:extLst>
              <a:ext uri="{FF2B5EF4-FFF2-40B4-BE49-F238E27FC236}">
                <a16:creationId xmlns:a16="http://schemas.microsoft.com/office/drawing/2014/main" id="{852DCD58-55D5-4CE8-A2F1-BACF1AF72AE9}"/>
              </a:ext>
            </a:extLst>
          </p:cNvPr>
          <p:cNvSpPr>
            <a:spLocks noGrp="1"/>
          </p:cNvSpPr>
          <p:nvPr/>
        </p:nvSpPr>
        <p:spPr>
          <a:xfrm>
            <a:off x="371475" y="8953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icon-Overview-c">
            <a:extLst>
              <a:ext uri="{FF2B5EF4-FFF2-40B4-BE49-F238E27FC236}">
                <a16:creationId xmlns:a16="http://schemas.microsoft.com/office/drawing/2014/main" id="{3C20B831-D5C4-4752-B2C4-7BEE32511051}"/>
              </a:ext>
            </a:extLst>
          </p:cNvPr>
          <p:cNvSpPr>
            <a:spLocks noGrp="1"/>
          </p:cNvSpPr>
          <p:nvPr/>
        </p:nvSpPr>
        <p:spPr>
          <a:xfrm>
            <a:off x="266700" y="10001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icon-Overview-d">
            <a:extLst>
              <a:ext uri="{FF2B5EF4-FFF2-40B4-BE49-F238E27FC236}">
                <a16:creationId xmlns:a16="http://schemas.microsoft.com/office/drawing/2014/main" id="{132FADAE-AACB-422B-81C7-019F107AEF2E}"/>
              </a:ext>
            </a:extLst>
          </p:cNvPr>
          <p:cNvSpPr>
            <a:spLocks noGrp="1"/>
          </p:cNvSpPr>
          <p:nvPr/>
        </p:nvSpPr>
        <p:spPr>
          <a:xfrm>
            <a:off x="371475" y="10001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nav-Tab 1">
            <a:extLst>
              <a:ext uri="{FF2B5EF4-FFF2-40B4-BE49-F238E27FC236}">
                <a16:creationId xmlns:a16="http://schemas.microsoft.com/office/drawing/2014/main" id="{805D6CAD-F4C3-4769-9DB0-0968F05DCE44}"/>
              </a:ext>
            </a:extLst>
          </p:cNvPr>
          <p:cNvSpPr>
            <a:spLocks noGrp="1"/>
          </p:cNvSpPr>
          <p:nvPr/>
        </p:nvSpPr>
        <p:spPr>
          <a:xfrm>
            <a:off x="152400" y="118110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icon-Tab 1-a">
            <a:extLst>
              <a:ext uri="{FF2B5EF4-FFF2-40B4-BE49-F238E27FC236}">
                <a16:creationId xmlns:a16="http://schemas.microsoft.com/office/drawing/2014/main" id="{659336E1-D5D2-4470-A75E-B31E51DA2954}"/>
              </a:ext>
            </a:extLst>
          </p:cNvPr>
          <p:cNvSpPr>
            <a:spLocks noGrp="1"/>
          </p:cNvSpPr>
          <p:nvPr/>
        </p:nvSpPr>
        <p:spPr>
          <a:xfrm>
            <a:off x="266700" y="129540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icon-Tab 1-b">
            <a:extLst>
              <a:ext uri="{FF2B5EF4-FFF2-40B4-BE49-F238E27FC236}">
                <a16:creationId xmlns:a16="http://schemas.microsoft.com/office/drawing/2014/main" id="{5B262A4B-CA82-4CF6-9DA2-24294792D867}"/>
              </a:ext>
            </a:extLst>
          </p:cNvPr>
          <p:cNvSpPr>
            <a:spLocks noGrp="1"/>
          </p:cNvSpPr>
          <p:nvPr/>
        </p:nvSpPr>
        <p:spPr>
          <a:xfrm>
            <a:off x="371475" y="129540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icon-Tab 1-c">
            <a:extLst>
              <a:ext uri="{FF2B5EF4-FFF2-40B4-BE49-F238E27FC236}">
                <a16:creationId xmlns:a16="http://schemas.microsoft.com/office/drawing/2014/main" id="{8F1DA476-129C-4909-9D25-9B2E9F34F785}"/>
              </a:ext>
            </a:extLst>
          </p:cNvPr>
          <p:cNvSpPr>
            <a:spLocks noGrp="1"/>
          </p:cNvSpPr>
          <p:nvPr/>
        </p:nvSpPr>
        <p:spPr>
          <a:xfrm>
            <a:off x="266700" y="140017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icon-Tab 1-d">
            <a:extLst>
              <a:ext uri="{FF2B5EF4-FFF2-40B4-BE49-F238E27FC236}">
                <a16:creationId xmlns:a16="http://schemas.microsoft.com/office/drawing/2014/main" id="{4341879E-35B0-4380-9077-D0DBF289A314}"/>
              </a:ext>
            </a:extLst>
          </p:cNvPr>
          <p:cNvSpPr>
            <a:spLocks noGrp="1"/>
          </p:cNvSpPr>
          <p:nvPr/>
        </p:nvSpPr>
        <p:spPr>
          <a:xfrm>
            <a:off x="371475" y="140017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nav-Tab 2">
            <a:extLst>
              <a:ext uri="{FF2B5EF4-FFF2-40B4-BE49-F238E27FC236}">
                <a16:creationId xmlns:a16="http://schemas.microsoft.com/office/drawing/2014/main" id="{2A67A467-8EE1-470E-95F1-DDE6A3C07CDB}"/>
              </a:ext>
            </a:extLst>
          </p:cNvPr>
          <p:cNvSpPr>
            <a:spLocks noGrp="1"/>
          </p:cNvSpPr>
          <p:nvPr/>
        </p:nvSpPr>
        <p:spPr>
          <a:xfrm>
            <a:off x="152400" y="1581150"/>
            <a:ext cx="1409700" cy="381000"/>
          </a:xfrm>
          <a:prstGeom prst="rect">
            <a:avLst/>
          </a:prstGeom>
          <a:solidFill>
            <a:srgbClr val="28487D"/>
          </a:solidFill>
          <a:ln w="0">
            <a:solidFill>
              <a:srgbClr val="2848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nav-Tab 2-accent">
            <a:extLst>
              <a:ext uri="{FF2B5EF4-FFF2-40B4-BE49-F238E27FC236}">
                <a16:creationId xmlns:a16="http://schemas.microsoft.com/office/drawing/2014/main" id="{8AF107B5-91D2-434D-8E18-78ABF3E9BB79}"/>
              </a:ext>
            </a:extLst>
          </p:cNvPr>
          <p:cNvSpPr>
            <a:spLocks noGrp="1"/>
          </p:cNvSpPr>
          <p:nvPr/>
        </p:nvSpPr>
        <p:spPr>
          <a:xfrm>
            <a:off x="0" y="1581150"/>
            <a:ext cx="38100" cy="3810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icon-Tab 2-a">
            <a:extLst>
              <a:ext uri="{FF2B5EF4-FFF2-40B4-BE49-F238E27FC236}">
                <a16:creationId xmlns:a16="http://schemas.microsoft.com/office/drawing/2014/main" id="{1C010D58-EE68-4EEB-8827-442D0F8B8A73}"/>
              </a:ext>
            </a:extLst>
          </p:cNvPr>
          <p:cNvSpPr>
            <a:spLocks noGrp="1"/>
          </p:cNvSpPr>
          <p:nvPr/>
        </p:nvSpPr>
        <p:spPr>
          <a:xfrm>
            <a:off x="266700" y="16954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icon-Tab 2-b">
            <a:extLst>
              <a:ext uri="{FF2B5EF4-FFF2-40B4-BE49-F238E27FC236}">
                <a16:creationId xmlns:a16="http://schemas.microsoft.com/office/drawing/2014/main" id="{4829B615-459F-4959-99D1-319F9FFCA4BC}"/>
              </a:ext>
            </a:extLst>
          </p:cNvPr>
          <p:cNvSpPr>
            <a:spLocks noGrp="1"/>
          </p:cNvSpPr>
          <p:nvPr/>
        </p:nvSpPr>
        <p:spPr>
          <a:xfrm>
            <a:off x="371475" y="16954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icon-Tab 2-c">
            <a:extLst>
              <a:ext uri="{FF2B5EF4-FFF2-40B4-BE49-F238E27FC236}">
                <a16:creationId xmlns:a16="http://schemas.microsoft.com/office/drawing/2014/main" id="{6056EFD6-837A-41D0-853B-A4E8714505DF}"/>
              </a:ext>
            </a:extLst>
          </p:cNvPr>
          <p:cNvSpPr>
            <a:spLocks noGrp="1"/>
          </p:cNvSpPr>
          <p:nvPr/>
        </p:nvSpPr>
        <p:spPr>
          <a:xfrm>
            <a:off x="266700" y="18002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icon-Tab 2-d">
            <a:extLst>
              <a:ext uri="{FF2B5EF4-FFF2-40B4-BE49-F238E27FC236}">
                <a16:creationId xmlns:a16="http://schemas.microsoft.com/office/drawing/2014/main" id="{38ADB014-3EF1-488F-A7A2-09110E91A41C}"/>
              </a:ext>
            </a:extLst>
          </p:cNvPr>
          <p:cNvSpPr>
            <a:spLocks noGrp="1"/>
          </p:cNvSpPr>
          <p:nvPr/>
        </p:nvSpPr>
        <p:spPr>
          <a:xfrm>
            <a:off x="371475" y="18002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nav-Tab 3">
            <a:extLst>
              <a:ext uri="{FF2B5EF4-FFF2-40B4-BE49-F238E27FC236}">
                <a16:creationId xmlns:a16="http://schemas.microsoft.com/office/drawing/2014/main" id="{9364A3F9-A693-4712-B76C-863B98839CE0}"/>
              </a:ext>
            </a:extLst>
          </p:cNvPr>
          <p:cNvSpPr>
            <a:spLocks noGrp="1"/>
          </p:cNvSpPr>
          <p:nvPr/>
        </p:nvSpPr>
        <p:spPr>
          <a:xfrm>
            <a:off x="152400" y="198120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icon-Tab 3-a">
            <a:extLst>
              <a:ext uri="{FF2B5EF4-FFF2-40B4-BE49-F238E27FC236}">
                <a16:creationId xmlns:a16="http://schemas.microsoft.com/office/drawing/2014/main" id="{A38CE551-A598-43F9-BF05-7FF70D60060A}"/>
              </a:ext>
            </a:extLst>
          </p:cNvPr>
          <p:cNvSpPr>
            <a:spLocks noGrp="1"/>
          </p:cNvSpPr>
          <p:nvPr/>
        </p:nvSpPr>
        <p:spPr>
          <a:xfrm>
            <a:off x="266700" y="209550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icon-Tab 3-b">
            <a:extLst>
              <a:ext uri="{FF2B5EF4-FFF2-40B4-BE49-F238E27FC236}">
                <a16:creationId xmlns:a16="http://schemas.microsoft.com/office/drawing/2014/main" id="{EAFB3E75-601D-4D00-A457-6DAAA47C7516}"/>
              </a:ext>
            </a:extLst>
          </p:cNvPr>
          <p:cNvSpPr>
            <a:spLocks noGrp="1"/>
          </p:cNvSpPr>
          <p:nvPr/>
        </p:nvSpPr>
        <p:spPr>
          <a:xfrm>
            <a:off x="371475" y="209550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icon-Tab 3-c">
            <a:extLst>
              <a:ext uri="{FF2B5EF4-FFF2-40B4-BE49-F238E27FC236}">
                <a16:creationId xmlns:a16="http://schemas.microsoft.com/office/drawing/2014/main" id="{97FA30F7-543B-47F5-A1DC-653C7224F886}"/>
              </a:ext>
            </a:extLst>
          </p:cNvPr>
          <p:cNvSpPr>
            <a:spLocks noGrp="1"/>
          </p:cNvSpPr>
          <p:nvPr/>
        </p:nvSpPr>
        <p:spPr>
          <a:xfrm>
            <a:off x="266700" y="220027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icon-Tab 3-d">
            <a:extLst>
              <a:ext uri="{FF2B5EF4-FFF2-40B4-BE49-F238E27FC236}">
                <a16:creationId xmlns:a16="http://schemas.microsoft.com/office/drawing/2014/main" id="{C04C0D0C-5654-4C55-8186-F077C2C150CC}"/>
              </a:ext>
            </a:extLst>
          </p:cNvPr>
          <p:cNvSpPr>
            <a:spLocks noGrp="1"/>
          </p:cNvSpPr>
          <p:nvPr/>
        </p:nvSpPr>
        <p:spPr>
          <a:xfrm>
            <a:off x="371475" y="220027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nav-Tab 4">
            <a:extLst>
              <a:ext uri="{FF2B5EF4-FFF2-40B4-BE49-F238E27FC236}">
                <a16:creationId xmlns:a16="http://schemas.microsoft.com/office/drawing/2014/main" id="{93322669-4F19-4F81-8432-D23A238764FF}"/>
              </a:ext>
            </a:extLst>
          </p:cNvPr>
          <p:cNvSpPr>
            <a:spLocks noGrp="1"/>
          </p:cNvSpPr>
          <p:nvPr/>
        </p:nvSpPr>
        <p:spPr>
          <a:xfrm>
            <a:off x="152400" y="23812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icon-Tab 4-a">
            <a:extLst>
              <a:ext uri="{FF2B5EF4-FFF2-40B4-BE49-F238E27FC236}">
                <a16:creationId xmlns:a16="http://schemas.microsoft.com/office/drawing/2014/main" id="{FD4FEFC5-6FD3-4266-9A55-7ECE7776D784}"/>
              </a:ext>
            </a:extLst>
          </p:cNvPr>
          <p:cNvSpPr>
            <a:spLocks noGrp="1"/>
          </p:cNvSpPr>
          <p:nvPr/>
        </p:nvSpPr>
        <p:spPr>
          <a:xfrm>
            <a:off x="266700" y="24955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icon-Tab 4-b">
            <a:extLst>
              <a:ext uri="{FF2B5EF4-FFF2-40B4-BE49-F238E27FC236}">
                <a16:creationId xmlns:a16="http://schemas.microsoft.com/office/drawing/2014/main" id="{39AF338F-3AFD-4CAB-963C-ADEFC29F7515}"/>
              </a:ext>
            </a:extLst>
          </p:cNvPr>
          <p:cNvSpPr>
            <a:spLocks noGrp="1"/>
          </p:cNvSpPr>
          <p:nvPr/>
        </p:nvSpPr>
        <p:spPr>
          <a:xfrm>
            <a:off x="371475" y="24955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icon-Tab 4-c">
            <a:extLst>
              <a:ext uri="{FF2B5EF4-FFF2-40B4-BE49-F238E27FC236}">
                <a16:creationId xmlns:a16="http://schemas.microsoft.com/office/drawing/2014/main" id="{E2D74FD5-4A87-4497-9F95-832281882A85}"/>
              </a:ext>
            </a:extLst>
          </p:cNvPr>
          <p:cNvSpPr>
            <a:spLocks noGrp="1"/>
          </p:cNvSpPr>
          <p:nvPr/>
        </p:nvSpPr>
        <p:spPr>
          <a:xfrm>
            <a:off x="266700" y="26003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icon-Tab 4-d">
            <a:extLst>
              <a:ext uri="{FF2B5EF4-FFF2-40B4-BE49-F238E27FC236}">
                <a16:creationId xmlns:a16="http://schemas.microsoft.com/office/drawing/2014/main" id="{302F1B28-4622-4D2C-8423-883C95159EDE}"/>
              </a:ext>
            </a:extLst>
          </p:cNvPr>
          <p:cNvSpPr>
            <a:spLocks noGrp="1"/>
          </p:cNvSpPr>
          <p:nvPr/>
        </p:nvSpPr>
        <p:spPr>
          <a:xfrm>
            <a:off x="371475" y="26003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5A5F7D9-9495-4819-A348-92AE8C842067}"/>
              </a:ext>
            </a:extLst>
          </p:cNvPr>
          <p:cNvSpPr>
            <a:spLocks noGrp="1"/>
          </p:cNvSpPr>
          <p:nvPr/>
        </p:nvSpPr>
        <p:spPr>
          <a:xfrm>
            <a:off x="209550" y="30289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FILTERS</a:t>
            </a:r>
          </a:p>
        </p:txBody>
      </p:sp>
      <p:sp>
        <p:nvSpPr>
          <p:cNvPr id="37" name="filter-container">
            <a:extLst>
              <a:ext uri="{FF2B5EF4-FFF2-40B4-BE49-F238E27FC236}">
                <a16:creationId xmlns:a16="http://schemas.microsoft.com/office/drawing/2014/main" id="{67B5CB07-0BF8-42A8-898D-B8E7F609B557}"/>
              </a:ext>
            </a:extLst>
          </p:cNvPr>
          <p:cNvSpPr>
            <a:spLocks noGrp="1"/>
          </p:cNvSpPr>
          <p:nvPr/>
        </p:nvSpPr>
        <p:spPr>
          <a:xfrm>
            <a:off x="209550" y="3276600"/>
            <a:ext cx="1200150" cy="2609850"/>
          </a:xfrm>
          <a:prstGeom prst="rect">
            <a:avLst/>
          </a:prstGeom>
          <a:solidFill>
            <a:srgbClr val="2A3A51"/>
          </a:solidFill>
          <a:ln w="9525">
            <a:solidFill>
              <a:srgbClr val="4354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idebar-bottom-rule">
            <a:extLst>
              <a:ext uri="{FF2B5EF4-FFF2-40B4-BE49-F238E27FC236}">
                <a16:creationId xmlns:a16="http://schemas.microsoft.com/office/drawing/2014/main" id="{BCE48FDE-2932-4D7D-B007-35FA800F2D92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676400" cy="952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set-button-bg">
            <a:extLst>
              <a:ext uri="{FF2B5EF4-FFF2-40B4-BE49-F238E27FC236}">
                <a16:creationId xmlns:a16="http://schemas.microsoft.com/office/drawing/2014/main" id="{22EE7B01-CE77-43DE-A882-CAD54FADCCE1}"/>
              </a:ext>
            </a:extLst>
          </p:cNvPr>
          <p:cNvSpPr>
            <a:spLocks noGrp="1"/>
          </p:cNvSpPr>
          <p:nvPr/>
        </p:nvSpPr>
        <p:spPr>
          <a:xfrm>
            <a:off x="190500" y="6438900"/>
            <a:ext cx="1295400" cy="26670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header-zone">
            <a:extLst>
              <a:ext uri="{FF2B5EF4-FFF2-40B4-BE49-F238E27FC236}">
                <a16:creationId xmlns:a16="http://schemas.microsoft.com/office/drawing/2014/main" id="{085AD2F1-3055-49F1-86C2-6962AB5B0D78}"/>
              </a:ext>
            </a:extLst>
          </p:cNvPr>
          <p:cNvSpPr>
            <a:spLocks noGrp="1"/>
          </p:cNvSpPr>
          <p:nvPr/>
        </p:nvSpPr>
        <p:spPr>
          <a:xfrm>
            <a:off x="1943100" y="266700"/>
            <a:ext cx="99822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header-divider">
            <a:extLst>
              <a:ext uri="{FF2B5EF4-FFF2-40B4-BE49-F238E27FC236}">
                <a16:creationId xmlns:a16="http://schemas.microsoft.com/office/drawing/2014/main" id="{34369764-28A7-491C-932B-1A10DFF8B7CE}"/>
              </a:ext>
            </a:extLst>
          </p:cNvPr>
          <p:cNvSpPr>
            <a:spLocks noGrp="1"/>
          </p:cNvSpPr>
          <p:nvPr/>
        </p:nvSpPr>
        <p:spPr>
          <a:xfrm>
            <a:off x="1943100" y="781050"/>
            <a:ext cx="9982200" cy="9525"/>
          </a:xfrm>
          <a:prstGeom prst="rect">
            <a:avLst/>
          </a:prstGeom>
          <a:solidFill>
            <a:srgbClr val="E5EAF1"/>
          </a:solidFill>
          <a:ln w="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kpi-1">
            <a:extLst>
              <a:ext uri="{FF2B5EF4-FFF2-40B4-BE49-F238E27FC236}">
                <a16:creationId xmlns:a16="http://schemas.microsoft.com/office/drawing/2014/main" id="{D589CEB6-56C4-4E9E-97A4-F0D6E1023B4E}"/>
              </a:ext>
            </a:extLst>
          </p:cNvPr>
          <p:cNvSpPr>
            <a:spLocks noGrp="1"/>
          </p:cNvSpPr>
          <p:nvPr/>
        </p:nvSpPr>
        <p:spPr>
          <a:xfrm>
            <a:off x="1943100" y="1028700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kpi-2">
            <a:extLst>
              <a:ext uri="{FF2B5EF4-FFF2-40B4-BE49-F238E27FC236}">
                <a16:creationId xmlns:a16="http://schemas.microsoft.com/office/drawing/2014/main" id="{7BF2E076-B860-4AE5-AA5B-732A9D3AD948}"/>
              </a:ext>
            </a:extLst>
          </p:cNvPr>
          <p:cNvSpPr>
            <a:spLocks noGrp="1"/>
          </p:cNvSpPr>
          <p:nvPr/>
        </p:nvSpPr>
        <p:spPr>
          <a:xfrm>
            <a:off x="4476750" y="1028700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kpi-3">
            <a:extLst>
              <a:ext uri="{FF2B5EF4-FFF2-40B4-BE49-F238E27FC236}">
                <a16:creationId xmlns:a16="http://schemas.microsoft.com/office/drawing/2014/main" id="{B255FB8E-AA80-402C-93F0-DB3999DBEE92}"/>
              </a:ext>
            </a:extLst>
          </p:cNvPr>
          <p:cNvSpPr>
            <a:spLocks noGrp="1"/>
          </p:cNvSpPr>
          <p:nvPr/>
        </p:nvSpPr>
        <p:spPr>
          <a:xfrm>
            <a:off x="7010400" y="1028700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kpi-4">
            <a:extLst>
              <a:ext uri="{FF2B5EF4-FFF2-40B4-BE49-F238E27FC236}">
                <a16:creationId xmlns:a16="http://schemas.microsoft.com/office/drawing/2014/main" id="{15D733BF-DB17-4A1C-8378-EB71BE7CECDC}"/>
              </a:ext>
            </a:extLst>
          </p:cNvPr>
          <p:cNvSpPr>
            <a:spLocks noGrp="1"/>
          </p:cNvSpPr>
          <p:nvPr/>
        </p:nvSpPr>
        <p:spPr>
          <a:xfrm>
            <a:off x="9544050" y="1028700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main-chart">
            <a:extLst>
              <a:ext uri="{FF2B5EF4-FFF2-40B4-BE49-F238E27FC236}">
                <a16:creationId xmlns:a16="http://schemas.microsoft.com/office/drawing/2014/main" id="{117C9413-A47F-4361-BBD5-C08B67AF4B9D}"/>
              </a:ext>
            </a:extLst>
          </p:cNvPr>
          <p:cNvSpPr>
            <a:spLocks noGrp="1"/>
          </p:cNvSpPr>
          <p:nvPr/>
        </p:nvSpPr>
        <p:spPr>
          <a:xfrm>
            <a:off x="1943100" y="2171700"/>
            <a:ext cx="6381750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upporting-chart-right">
            <a:extLst>
              <a:ext uri="{FF2B5EF4-FFF2-40B4-BE49-F238E27FC236}">
                <a16:creationId xmlns:a16="http://schemas.microsoft.com/office/drawing/2014/main" id="{9A736D06-C41D-45EC-B65C-1909BFCE53FD}"/>
              </a:ext>
            </a:extLst>
          </p:cNvPr>
          <p:cNvSpPr>
            <a:spLocks noGrp="1"/>
          </p:cNvSpPr>
          <p:nvPr/>
        </p:nvSpPr>
        <p:spPr>
          <a:xfrm>
            <a:off x="8515350" y="2171700"/>
            <a:ext cx="3409950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upporting-chart-bottom">
            <a:extLst>
              <a:ext uri="{FF2B5EF4-FFF2-40B4-BE49-F238E27FC236}">
                <a16:creationId xmlns:a16="http://schemas.microsoft.com/office/drawing/2014/main" id="{7CD3069E-D96A-4E43-876F-B7145B9BE2AD}"/>
              </a:ext>
            </a:extLst>
          </p:cNvPr>
          <p:cNvSpPr>
            <a:spLocks noGrp="1"/>
          </p:cNvSpPr>
          <p:nvPr/>
        </p:nvSpPr>
        <p:spPr>
          <a:xfrm>
            <a:off x="1943100" y="5029200"/>
            <a:ext cx="4457700" cy="1562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detail-table">
            <a:extLst>
              <a:ext uri="{FF2B5EF4-FFF2-40B4-BE49-F238E27FC236}">
                <a16:creationId xmlns:a16="http://schemas.microsoft.com/office/drawing/2014/main" id="{64D7E35E-87CF-48E6-9CAA-034DDA8F7576}"/>
              </a:ext>
            </a:extLst>
          </p:cNvPr>
          <p:cNvSpPr>
            <a:spLocks noGrp="1"/>
          </p:cNvSpPr>
          <p:nvPr/>
        </p:nvSpPr>
        <p:spPr>
          <a:xfrm>
            <a:off x="6591300" y="5029200"/>
            <a:ext cx="5334000" cy="1562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header-accent">
            <a:extLst>
              <a:ext uri="{FF2B5EF4-FFF2-40B4-BE49-F238E27FC236}">
                <a16:creationId xmlns:a16="http://schemas.microsoft.com/office/drawing/2014/main" id="{88E13021-3883-481A-AE00-B2ADA47FF9C3}"/>
              </a:ext>
            </a:extLst>
          </p:cNvPr>
          <p:cNvSpPr>
            <a:spLocks noGrp="1"/>
          </p:cNvSpPr>
          <p:nvPr/>
        </p:nvSpPr>
        <p:spPr>
          <a:xfrm>
            <a:off x="1943100" y="895350"/>
            <a:ext cx="6096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49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idebar-bg">
            <a:extLst>
              <a:ext uri="{FF2B5EF4-FFF2-40B4-BE49-F238E27FC236}">
                <a16:creationId xmlns:a16="http://schemas.microsoft.com/office/drawing/2014/main" id="{90B2752C-3F23-4514-BA41-BF40E204EC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676400" cy="685800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port-bg">
            <a:extLst>
              <a:ext uri="{FF2B5EF4-FFF2-40B4-BE49-F238E27FC236}">
                <a16:creationId xmlns:a16="http://schemas.microsoft.com/office/drawing/2014/main" id="{F66C973E-52E5-4C2B-AAE1-DA428691F987}"/>
              </a:ext>
            </a:extLst>
          </p:cNvPr>
          <p:cNvSpPr>
            <a:spLocks noGrp="1"/>
          </p:cNvSpPr>
          <p:nvPr/>
        </p:nvSpPr>
        <p:spPr>
          <a:xfrm>
            <a:off x="1676400" y="0"/>
            <a:ext cx="105156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op-rule">
            <a:extLst>
              <a:ext uri="{FF2B5EF4-FFF2-40B4-BE49-F238E27FC236}">
                <a16:creationId xmlns:a16="http://schemas.microsoft.com/office/drawing/2014/main" id="{5D04391B-63B1-40FC-B8DD-DD6464009091}"/>
              </a:ext>
            </a:extLst>
          </p:cNvPr>
          <p:cNvSpPr>
            <a:spLocks noGrp="1"/>
          </p:cNvSpPr>
          <p:nvPr/>
        </p:nvSpPr>
        <p:spPr>
          <a:xfrm>
            <a:off x="1676400" y="0"/>
            <a:ext cx="10515600" cy="9525"/>
          </a:xfrm>
          <a:prstGeom prst="rect">
            <a:avLst/>
          </a:prstGeom>
          <a:solidFill>
            <a:srgbClr val="DFE7F1"/>
          </a:solidFill>
          <a:ln w="0">
            <a:solidFill>
              <a:srgbClr val="DF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av-Overview">
            <a:extLst>
              <a:ext uri="{FF2B5EF4-FFF2-40B4-BE49-F238E27FC236}">
                <a16:creationId xmlns:a16="http://schemas.microsoft.com/office/drawing/2014/main" id="{D048188F-E75C-467E-A3B4-2FFFFA4CD18C}"/>
              </a:ext>
            </a:extLst>
          </p:cNvPr>
          <p:cNvSpPr>
            <a:spLocks noGrp="1"/>
          </p:cNvSpPr>
          <p:nvPr/>
        </p:nvSpPr>
        <p:spPr>
          <a:xfrm>
            <a:off x="152400" y="7810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icon-Overview-a">
            <a:extLst>
              <a:ext uri="{FF2B5EF4-FFF2-40B4-BE49-F238E27FC236}">
                <a16:creationId xmlns:a16="http://schemas.microsoft.com/office/drawing/2014/main" id="{B376E5B9-E837-41D1-B6A4-5BD852909FDF}"/>
              </a:ext>
            </a:extLst>
          </p:cNvPr>
          <p:cNvSpPr>
            <a:spLocks noGrp="1"/>
          </p:cNvSpPr>
          <p:nvPr/>
        </p:nvSpPr>
        <p:spPr>
          <a:xfrm>
            <a:off x="266700" y="8953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icon-Overview-b">
            <a:extLst>
              <a:ext uri="{FF2B5EF4-FFF2-40B4-BE49-F238E27FC236}">
                <a16:creationId xmlns:a16="http://schemas.microsoft.com/office/drawing/2014/main" id="{C49176E2-C692-416D-9ADE-DBDA5CB4C560}"/>
              </a:ext>
            </a:extLst>
          </p:cNvPr>
          <p:cNvSpPr>
            <a:spLocks noGrp="1"/>
          </p:cNvSpPr>
          <p:nvPr/>
        </p:nvSpPr>
        <p:spPr>
          <a:xfrm>
            <a:off x="371475" y="8953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icon-Overview-c">
            <a:extLst>
              <a:ext uri="{FF2B5EF4-FFF2-40B4-BE49-F238E27FC236}">
                <a16:creationId xmlns:a16="http://schemas.microsoft.com/office/drawing/2014/main" id="{2A8AF40C-775F-462A-8AD4-99472A7B0A7E}"/>
              </a:ext>
            </a:extLst>
          </p:cNvPr>
          <p:cNvSpPr>
            <a:spLocks noGrp="1"/>
          </p:cNvSpPr>
          <p:nvPr/>
        </p:nvSpPr>
        <p:spPr>
          <a:xfrm>
            <a:off x="266700" y="10001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icon-Overview-d">
            <a:extLst>
              <a:ext uri="{FF2B5EF4-FFF2-40B4-BE49-F238E27FC236}">
                <a16:creationId xmlns:a16="http://schemas.microsoft.com/office/drawing/2014/main" id="{04A1259C-1F0C-440C-9301-E2480CD564A3}"/>
              </a:ext>
            </a:extLst>
          </p:cNvPr>
          <p:cNvSpPr>
            <a:spLocks noGrp="1"/>
          </p:cNvSpPr>
          <p:nvPr/>
        </p:nvSpPr>
        <p:spPr>
          <a:xfrm>
            <a:off x="371475" y="10001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nav-Tab 1">
            <a:extLst>
              <a:ext uri="{FF2B5EF4-FFF2-40B4-BE49-F238E27FC236}">
                <a16:creationId xmlns:a16="http://schemas.microsoft.com/office/drawing/2014/main" id="{515E90E1-8E15-45CF-9C99-D3F988647E3C}"/>
              </a:ext>
            </a:extLst>
          </p:cNvPr>
          <p:cNvSpPr>
            <a:spLocks noGrp="1"/>
          </p:cNvSpPr>
          <p:nvPr/>
        </p:nvSpPr>
        <p:spPr>
          <a:xfrm>
            <a:off x="152400" y="118110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icon-Tab 1-a">
            <a:extLst>
              <a:ext uri="{FF2B5EF4-FFF2-40B4-BE49-F238E27FC236}">
                <a16:creationId xmlns:a16="http://schemas.microsoft.com/office/drawing/2014/main" id="{FA3CBF92-B3BE-4EF1-BD3A-6D1CFA0835E9}"/>
              </a:ext>
            </a:extLst>
          </p:cNvPr>
          <p:cNvSpPr>
            <a:spLocks noGrp="1"/>
          </p:cNvSpPr>
          <p:nvPr/>
        </p:nvSpPr>
        <p:spPr>
          <a:xfrm>
            <a:off x="266700" y="129540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icon-Tab 1-b">
            <a:extLst>
              <a:ext uri="{FF2B5EF4-FFF2-40B4-BE49-F238E27FC236}">
                <a16:creationId xmlns:a16="http://schemas.microsoft.com/office/drawing/2014/main" id="{24C6F6B3-2E12-484E-8C6B-B6D822C73901}"/>
              </a:ext>
            </a:extLst>
          </p:cNvPr>
          <p:cNvSpPr>
            <a:spLocks noGrp="1"/>
          </p:cNvSpPr>
          <p:nvPr/>
        </p:nvSpPr>
        <p:spPr>
          <a:xfrm>
            <a:off x="371475" y="129540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icon-Tab 1-c">
            <a:extLst>
              <a:ext uri="{FF2B5EF4-FFF2-40B4-BE49-F238E27FC236}">
                <a16:creationId xmlns:a16="http://schemas.microsoft.com/office/drawing/2014/main" id="{5D5FE9D1-2E74-49C3-943F-C48E68057BB2}"/>
              </a:ext>
            </a:extLst>
          </p:cNvPr>
          <p:cNvSpPr>
            <a:spLocks noGrp="1"/>
          </p:cNvSpPr>
          <p:nvPr/>
        </p:nvSpPr>
        <p:spPr>
          <a:xfrm>
            <a:off x="266700" y="140017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icon-Tab 1-d">
            <a:extLst>
              <a:ext uri="{FF2B5EF4-FFF2-40B4-BE49-F238E27FC236}">
                <a16:creationId xmlns:a16="http://schemas.microsoft.com/office/drawing/2014/main" id="{3EF4FB37-AA1C-4E46-B59A-8E1F9A7B6F9C}"/>
              </a:ext>
            </a:extLst>
          </p:cNvPr>
          <p:cNvSpPr>
            <a:spLocks noGrp="1"/>
          </p:cNvSpPr>
          <p:nvPr/>
        </p:nvSpPr>
        <p:spPr>
          <a:xfrm>
            <a:off x="371475" y="140017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nav-Tab 2">
            <a:extLst>
              <a:ext uri="{FF2B5EF4-FFF2-40B4-BE49-F238E27FC236}">
                <a16:creationId xmlns:a16="http://schemas.microsoft.com/office/drawing/2014/main" id="{1F70BB3A-A826-4FAC-B2AE-705EF5CB7232}"/>
              </a:ext>
            </a:extLst>
          </p:cNvPr>
          <p:cNvSpPr>
            <a:spLocks noGrp="1"/>
          </p:cNvSpPr>
          <p:nvPr/>
        </p:nvSpPr>
        <p:spPr>
          <a:xfrm>
            <a:off x="152400" y="15811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icon-Tab 2-a">
            <a:extLst>
              <a:ext uri="{FF2B5EF4-FFF2-40B4-BE49-F238E27FC236}">
                <a16:creationId xmlns:a16="http://schemas.microsoft.com/office/drawing/2014/main" id="{5A689CBC-CD3C-46DB-9FEC-FC970A879214}"/>
              </a:ext>
            </a:extLst>
          </p:cNvPr>
          <p:cNvSpPr>
            <a:spLocks noGrp="1"/>
          </p:cNvSpPr>
          <p:nvPr/>
        </p:nvSpPr>
        <p:spPr>
          <a:xfrm>
            <a:off x="266700" y="16954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icon-Tab 2-b">
            <a:extLst>
              <a:ext uri="{FF2B5EF4-FFF2-40B4-BE49-F238E27FC236}">
                <a16:creationId xmlns:a16="http://schemas.microsoft.com/office/drawing/2014/main" id="{59862D4C-F2A0-490C-BCC3-A3CE0EF411D4}"/>
              </a:ext>
            </a:extLst>
          </p:cNvPr>
          <p:cNvSpPr>
            <a:spLocks noGrp="1"/>
          </p:cNvSpPr>
          <p:nvPr/>
        </p:nvSpPr>
        <p:spPr>
          <a:xfrm>
            <a:off x="371475" y="16954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icon-Tab 2-c">
            <a:extLst>
              <a:ext uri="{FF2B5EF4-FFF2-40B4-BE49-F238E27FC236}">
                <a16:creationId xmlns:a16="http://schemas.microsoft.com/office/drawing/2014/main" id="{D6BE758F-C63A-4BEE-9804-08EE9B819359}"/>
              </a:ext>
            </a:extLst>
          </p:cNvPr>
          <p:cNvSpPr>
            <a:spLocks noGrp="1"/>
          </p:cNvSpPr>
          <p:nvPr/>
        </p:nvSpPr>
        <p:spPr>
          <a:xfrm>
            <a:off x="266700" y="18002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icon-Tab 2-d">
            <a:extLst>
              <a:ext uri="{FF2B5EF4-FFF2-40B4-BE49-F238E27FC236}">
                <a16:creationId xmlns:a16="http://schemas.microsoft.com/office/drawing/2014/main" id="{90A791FC-AD8C-4756-96E6-B9097C73DE0F}"/>
              </a:ext>
            </a:extLst>
          </p:cNvPr>
          <p:cNvSpPr>
            <a:spLocks noGrp="1"/>
          </p:cNvSpPr>
          <p:nvPr/>
        </p:nvSpPr>
        <p:spPr>
          <a:xfrm>
            <a:off x="371475" y="18002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nav-Tab 3">
            <a:extLst>
              <a:ext uri="{FF2B5EF4-FFF2-40B4-BE49-F238E27FC236}">
                <a16:creationId xmlns:a16="http://schemas.microsoft.com/office/drawing/2014/main" id="{0CB22332-C4CC-4520-8078-81B616A7BCA3}"/>
              </a:ext>
            </a:extLst>
          </p:cNvPr>
          <p:cNvSpPr>
            <a:spLocks noGrp="1"/>
          </p:cNvSpPr>
          <p:nvPr/>
        </p:nvSpPr>
        <p:spPr>
          <a:xfrm>
            <a:off x="152400" y="1981200"/>
            <a:ext cx="1409700" cy="381000"/>
          </a:xfrm>
          <a:prstGeom prst="rect">
            <a:avLst/>
          </a:prstGeom>
          <a:solidFill>
            <a:srgbClr val="28487D"/>
          </a:solidFill>
          <a:ln w="0">
            <a:solidFill>
              <a:srgbClr val="2848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nav-Tab 3-accent">
            <a:extLst>
              <a:ext uri="{FF2B5EF4-FFF2-40B4-BE49-F238E27FC236}">
                <a16:creationId xmlns:a16="http://schemas.microsoft.com/office/drawing/2014/main" id="{35FF242D-D11C-4533-BF19-E42938A55D2A}"/>
              </a:ext>
            </a:extLst>
          </p:cNvPr>
          <p:cNvSpPr>
            <a:spLocks noGrp="1"/>
          </p:cNvSpPr>
          <p:nvPr/>
        </p:nvSpPr>
        <p:spPr>
          <a:xfrm>
            <a:off x="0" y="1981200"/>
            <a:ext cx="38100" cy="3810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icon-Tab 3-a">
            <a:extLst>
              <a:ext uri="{FF2B5EF4-FFF2-40B4-BE49-F238E27FC236}">
                <a16:creationId xmlns:a16="http://schemas.microsoft.com/office/drawing/2014/main" id="{76204150-2725-4725-AE75-B77CAAF1D5EF}"/>
              </a:ext>
            </a:extLst>
          </p:cNvPr>
          <p:cNvSpPr>
            <a:spLocks noGrp="1"/>
          </p:cNvSpPr>
          <p:nvPr/>
        </p:nvSpPr>
        <p:spPr>
          <a:xfrm>
            <a:off x="266700" y="209550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icon-Tab 3-b">
            <a:extLst>
              <a:ext uri="{FF2B5EF4-FFF2-40B4-BE49-F238E27FC236}">
                <a16:creationId xmlns:a16="http://schemas.microsoft.com/office/drawing/2014/main" id="{12C0F818-28F4-47BC-956F-7868C81E6666}"/>
              </a:ext>
            </a:extLst>
          </p:cNvPr>
          <p:cNvSpPr>
            <a:spLocks noGrp="1"/>
          </p:cNvSpPr>
          <p:nvPr/>
        </p:nvSpPr>
        <p:spPr>
          <a:xfrm>
            <a:off x="371475" y="209550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icon-Tab 3-c">
            <a:extLst>
              <a:ext uri="{FF2B5EF4-FFF2-40B4-BE49-F238E27FC236}">
                <a16:creationId xmlns:a16="http://schemas.microsoft.com/office/drawing/2014/main" id="{A411299F-338F-44F5-B145-4FCA436FD8E0}"/>
              </a:ext>
            </a:extLst>
          </p:cNvPr>
          <p:cNvSpPr>
            <a:spLocks noGrp="1"/>
          </p:cNvSpPr>
          <p:nvPr/>
        </p:nvSpPr>
        <p:spPr>
          <a:xfrm>
            <a:off x="266700" y="220027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icon-Tab 3-d">
            <a:extLst>
              <a:ext uri="{FF2B5EF4-FFF2-40B4-BE49-F238E27FC236}">
                <a16:creationId xmlns:a16="http://schemas.microsoft.com/office/drawing/2014/main" id="{C18EC497-9ACA-4AE1-BB12-BF198FB752FE}"/>
              </a:ext>
            </a:extLst>
          </p:cNvPr>
          <p:cNvSpPr>
            <a:spLocks noGrp="1"/>
          </p:cNvSpPr>
          <p:nvPr/>
        </p:nvSpPr>
        <p:spPr>
          <a:xfrm>
            <a:off x="371475" y="220027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nav-Tab 4">
            <a:extLst>
              <a:ext uri="{FF2B5EF4-FFF2-40B4-BE49-F238E27FC236}">
                <a16:creationId xmlns:a16="http://schemas.microsoft.com/office/drawing/2014/main" id="{3A7FFF4E-0DB2-4195-B86A-410242163B32}"/>
              </a:ext>
            </a:extLst>
          </p:cNvPr>
          <p:cNvSpPr>
            <a:spLocks noGrp="1"/>
          </p:cNvSpPr>
          <p:nvPr/>
        </p:nvSpPr>
        <p:spPr>
          <a:xfrm>
            <a:off x="152400" y="23812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icon-Tab 4-a">
            <a:extLst>
              <a:ext uri="{FF2B5EF4-FFF2-40B4-BE49-F238E27FC236}">
                <a16:creationId xmlns:a16="http://schemas.microsoft.com/office/drawing/2014/main" id="{F279E981-61B4-4FDF-A90F-32C5E3D07C58}"/>
              </a:ext>
            </a:extLst>
          </p:cNvPr>
          <p:cNvSpPr>
            <a:spLocks noGrp="1"/>
          </p:cNvSpPr>
          <p:nvPr/>
        </p:nvSpPr>
        <p:spPr>
          <a:xfrm>
            <a:off x="266700" y="24955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icon-Tab 4-b">
            <a:extLst>
              <a:ext uri="{FF2B5EF4-FFF2-40B4-BE49-F238E27FC236}">
                <a16:creationId xmlns:a16="http://schemas.microsoft.com/office/drawing/2014/main" id="{3BA589F5-7B34-42D9-AE6D-3B40CC91B3DC}"/>
              </a:ext>
            </a:extLst>
          </p:cNvPr>
          <p:cNvSpPr>
            <a:spLocks noGrp="1"/>
          </p:cNvSpPr>
          <p:nvPr/>
        </p:nvSpPr>
        <p:spPr>
          <a:xfrm>
            <a:off x="371475" y="24955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icon-Tab 4-c">
            <a:extLst>
              <a:ext uri="{FF2B5EF4-FFF2-40B4-BE49-F238E27FC236}">
                <a16:creationId xmlns:a16="http://schemas.microsoft.com/office/drawing/2014/main" id="{E14748AD-3347-49B3-87CB-CA1212B5612A}"/>
              </a:ext>
            </a:extLst>
          </p:cNvPr>
          <p:cNvSpPr>
            <a:spLocks noGrp="1"/>
          </p:cNvSpPr>
          <p:nvPr/>
        </p:nvSpPr>
        <p:spPr>
          <a:xfrm>
            <a:off x="266700" y="26003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icon-Tab 4-d">
            <a:extLst>
              <a:ext uri="{FF2B5EF4-FFF2-40B4-BE49-F238E27FC236}">
                <a16:creationId xmlns:a16="http://schemas.microsoft.com/office/drawing/2014/main" id="{BB8EEFF0-D76E-4241-AD08-F77649361076}"/>
              </a:ext>
            </a:extLst>
          </p:cNvPr>
          <p:cNvSpPr>
            <a:spLocks noGrp="1"/>
          </p:cNvSpPr>
          <p:nvPr/>
        </p:nvSpPr>
        <p:spPr>
          <a:xfrm>
            <a:off x="371475" y="26003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38DAC41-7EE4-443C-81C9-3B24ABD0E0D8}"/>
              </a:ext>
            </a:extLst>
          </p:cNvPr>
          <p:cNvSpPr>
            <a:spLocks noGrp="1"/>
          </p:cNvSpPr>
          <p:nvPr/>
        </p:nvSpPr>
        <p:spPr>
          <a:xfrm>
            <a:off x="209550" y="30289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FILTERS</a:t>
            </a:r>
          </a:p>
        </p:txBody>
      </p:sp>
      <p:sp>
        <p:nvSpPr>
          <p:cNvPr id="37" name="filter-container">
            <a:extLst>
              <a:ext uri="{FF2B5EF4-FFF2-40B4-BE49-F238E27FC236}">
                <a16:creationId xmlns:a16="http://schemas.microsoft.com/office/drawing/2014/main" id="{9544F386-4197-49B6-871B-A4C68C2E4097}"/>
              </a:ext>
            </a:extLst>
          </p:cNvPr>
          <p:cNvSpPr>
            <a:spLocks noGrp="1"/>
          </p:cNvSpPr>
          <p:nvPr/>
        </p:nvSpPr>
        <p:spPr>
          <a:xfrm>
            <a:off x="209550" y="3276600"/>
            <a:ext cx="1200150" cy="2609850"/>
          </a:xfrm>
          <a:prstGeom prst="rect">
            <a:avLst/>
          </a:prstGeom>
          <a:solidFill>
            <a:srgbClr val="2A3A51"/>
          </a:solidFill>
          <a:ln w="9525">
            <a:solidFill>
              <a:srgbClr val="4354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idebar-bottom-rule">
            <a:extLst>
              <a:ext uri="{FF2B5EF4-FFF2-40B4-BE49-F238E27FC236}">
                <a16:creationId xmlns:a16="http://schemas.microsoft.com/office/drawing/2014/main" id="{4C28E1FF-650C-4FA2-B055-F118EC9EFC68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676400" cy="952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set-button-bg">
            <a:extLst>
              <a:ext uri="{FF2B5EF4-FFF2-40B4-BE49-F238E27FC236}">
                <a16:creationId xmlns:a16="http://schemas.microsoft.com/office/drawing/2014/main" id="{F9BC0106-6F9B-42DC-A4FF-69DC62480327}"/>
              </a:ext>
            </a:extLst>
          </p:cNvPr>
          <p:cNvSpPr>
            <a:spLocks noGrp="1"/>
          </p:cNvSpPr>
          <p:nvPr/>
        </p:nvSpPr>
        <p:spPr>
          <a:xfrm>
            <a:off x="190500" y="6438900"/>
            <a:ext cx="1295400" cy="26670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header-zone">
            <a:extLst>
              <a:ext uri="{FF2B5EF4-FFF2-40B4-BE49-F238E27FC236}">
                <a16:creationId xmlns:a16="http://schemas.microsoft.com/office/drawing/2014/main" id="{A497EFD8-3A0F-4F27-B78C-6EE245E23213}"/>
              </a:ext>
            </a:extLst>
          </p:cNvPr>
          <p:cNvSpPr>
            <a:spLocks noGrp="1"/>
          </p:cNvSpPr>
          <p:nvPr/>
        </p:nvSpPr>
        <p:spPr>
          <a:xfrm>
            <a:off x="1943100" y="266700"/>
            <a:ext cx="99822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header-divider">
            <a:extLst>
              <a:ext uri="{FF2B5EF4-FFF2-40B4-BE49-F238E27FC236}">
                <a16:creationId xmlns:a16="http://schemas.microsoft.com/office/drawing/2014/main" id="{FAB77703-CAB5-40AF-8FD6-1A23CBB29634}"/>
              </a:ext>
            </a:extLst>
          </p:cNvPr>
          <p:cNvSpPr>
            <a:spLocks noGrp="1"/>
          </p:cNvSpPr>
          <p:nvPr/>
        </p:nvSpPr>
        <p:spPr>
          <a:xfrm>
            <a:off x="1943100" y="781050"/>
            <a:ext cx="9982200" cy="9525"/>
          </a:xfrm>
          <a:prstGeom prst="rect">
            <a:avLst/>
          </a:prstGeom>
          <a:solidFill>
            <a:srgbClr val="E5EAF1"/>
          </a:solidFill>
          <a:ln w="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kpi-1">
            <a:extLst>
              <a:ext uri="{FF2B5EF4-FFF2-40B4-BE49-F238E27FC236}">
                <a16:creationId xmlns:a16="http://schemas.microsoft.com/office/drawing/2014/main" id="{08D56632-6B08-4623-9488-A82C97E2CABE}"/>
              </a:ext>
            </a:extLst>
          </p:cNvPr>
          <p:cNvSpPr>
            <a:spLocks noGrp="1"/>
          </p:cNvSpPr>
          <p:nvPr/>
        </p:nvSpPr>
        <p:spPr>
          <a:xfrm>
            <a:off x="1943100" y="1028700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kpi-2">
            <a:extLst>
              <a:ext uri="{FF2B5EF4-FFF2-40B4-BE49-F238E27FC236}">
                <a16:creationId xmlns:a16="http://schemas.microsoft.com/office/drawing/2014/main" id="{DE1E3BF1-5AAF-4524-94E6-361034E2BAD0}"/>
              </a:ext>
            </a:extLst>
          </p:cNvPr>
          <p:cNvSpPr>
            <a:spLocks noGrp="1"/>
          </p:cNvSpPr>
          <p:nvPr/>
        </p:nvSpPr>
        <p:spPr>
          <a:xfrm>
            <a:off x="4476750" y="1028700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kpi-3">
            <a:extLst>
              <a:ext uri="{FF2B5EF4-FFF2-40B4-BE49-F238E27FC236}">
                <a16:creationId xmlns:a16="http://schemas.microsoft.com/office/drawing/2014/main" id="{2C9B83F5-740F-4899-A06E-11E5160F47A6}"/>
              </a:ext>
            </a:extLst>
          </p:cNvPr>
          <p:cNvSpPr>
            <a:spLocks noGrp="1"/>
          </p:cNvSpPr>
          <p:nvPr/>
        </p:nvSpPr>
        <p:spPr>
          <a:xfrm>
            <a:off x="7010400" y="1028700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kpi-4">
            <a:extLst>
              <a:ext uri="{FF2B5EF4-FFF2-40B4-BE49-F238E27FC236}">
                <a16:creationId xmlns:a16="http://schemas.microsoft.com/office/drawing/2014/main" id="{37FBA49A-0E81-4F36-8788-0AEA426F3F5C}"/>
              </a:ext>
            </a:extLst>
          </p:cNvPr>
          <p:cNvSpPr>
            <a:spLocks noGrp="1"/>
          </p:cNvSpPr>
          <p:nvPr/>
        </p:nvSpPr>
        <p:spPr>
          <a:xfrm>
            <a:off x="9544050" y="1028700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main-chart">
            <a:extLst>
              <a:ext uri="{FF2B5EF4-FFF2-40B4-BE49-F238E27FC236}">
                <a16:creationId xmlns:a16="http://schemas.microsoft.com/office/drawing/2014/main" id="{486633B3-4ACC-4245-82F4-F02620B992D6}"/>
              </a:ext>
            </a:extLst>
          </p:cNvPr>
          <p:cNvSpPr>
            <a:spLocks noGrp="1"/>
          </p:cNvSpPr>
          <p:nvPr/>
        </p:nvSpPr>
        <p:spPr>
          <a:xfrm>
            <a:off x="1943100" y="2171700"/>
            <a:ext cx="6381750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upporting-chart-right">
            <a:extLst>
              <a:ext uri="{FF2B5EF4-FFF2-40B4-BE49-F238E27FC236}">
                <a16:creationId xmlns:a16="http://schemas.microsoft.com/office/drawing/2014/main" id="{C0EA9AB4-588F-4917-8367-A770FEBB0201}"/>
              </a:ext>
            </a:extLst>
          </p:cNvPr>
          <p:cNvSpPr>
            <a:spLocks noGrp="1"/>
          </p:cNvSpPr>
          <p:nvPr/>
        </p:nvSpPr>
        <p:spPr>
          <a:xfrm>
            <a:off x="8515350" y="2171700"/>
            <a:ext cx="3409950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upporting-chart-bottom">
            <a:extLst>
              <a:ext uri="{FF2B5EF4-FFF2-40B4-BE49-F238E27FC236}">
                <a16:creationId xmlns:a16="http://schemas.microsoft.com/office/drawing/2014/main" id="{CA2223E3-65A8-47CD-AF4D-980A16AA572D}"/>
              </a:ext>
            </a:extLst>
          </p:cNvPr>
          <p:cNvSpPr>
            <a:spLocks noGrp="1"/>
          </p:cNvSpPr>
          <p:nvPr/>
        </p:nvSpPr>
        <p:spPr>
          <a:xfrm>
            <a:off x="1943100" y="5029200"/>
            <a:ext cx="4457700" cy="1562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detail-table">
            <a:extLst>
              <a:ext uri="{FF2B5EF4-FFF2-40B4-BE49-F238E27FC236}">
                <a16:creationId xmlns:a16="http://schemas.microsoft.com/office/drawing/2014/main" id="{BFEC8905-DC62-4DDB-9A6F-C21218039950}"/>
              </a:ext>
            </a:extLst>
          </p:cNvPr>
          <p:cNvSpPr>
            <a:spLocks noGrp="1"/>
          </p:cNvSpPr>
          <p:nvPr/>
        </p:nvSpPr>
        <p:spPr>
          <a:xfrm>
            <a:off x="6591300" y="5029200"/>
            <a:ext cx="5334000" cy="1562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header-accent">
            <a:extLst>
              <a:ext uri="{FF2B5EF4-FFF2-40B4-BE49-F238E27FC236}">
                <a16:creationId xmlns:a16="http://schemas.microsoft.com/office/drawing/2014/main" id="{71CDC566-C59B-4FBB-A926-7A632FACA194}"/>
              </a:ext>
            </a:extLst>
          </p:cNvPr>
          <p:cNvSpPr>
            <a:spLocks noGrp="1"/>
          </p:cNvSpPr>
          <p:nvPr/>
        </p:nvSpPr>
        <p:spPr>
          <a:xfrm>
            <a:off x="1943100" y="895350"/>
            <a:ext cx="6096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11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idebar-bg">
            <a:extLst>
              <a:ext uri="{FF2B5EF4-FFF2-40B4-BE49-F238E27FC236}">
                <a16:creationId xmlns:a16="http://schemas.microsoft.com/office/drawing/2014/main" id="{2A432685-CC91-42C3-9F49-D96534D3B2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676400" cy="685800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port-bg">
            <a:extLst>
              <a:ext uri="{FF2B5EF4-FFF2-40B4-BE49-F238E27FC236}">
                <a16:creationId xmlns:a16="http://schemas.microsoft.com/office/drawing/2014/main" id="{4A6F82E1-71E8-4E63-960A-7DE54813B642}"/>
              </a:ext>
            </a:extLst>
          </p:cNvPr>
          <p:cNvSpPr>
            <a:spLocks noGrp="1"/>
          </p:cNvSpPr>
          <p:nvPr/>
        </p:nvSpPr>
        <p:spPr>
          <a:xfrm>
            <a:off x="1676400" y="0"/>
            <a:ext cx="10515600" cy="6858000"/>
          </a:xfrm>
          <a:prstGeom prst="rect">
            <a:avLst/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op-rule">
            <a:extLst>
              <a:ext uri="{FF2B5EF4-FFF2-40B4-BE49-F238E27FC236}">
                <a16:creationId xmlns:a16="http://schemas.microsoft.com/office/drawing/2014/main" id="{3B8653D0-3EB0-4D93-83F0-D49A2AFECF14}"/>
              </a:ext>
            </a:extLst>
          </p:cNvPr>
          <p:cNvSpPr>
            <a:spLocks noGrp="1"/>
          </p:cNvSpPr>
          <p:nvPr/>
        </p:nvSpPr>
        <p:spPr>
          <a:xfrm>
            <a:off x="1676400" y="0"/>
            <a:ext cx="10515600" cy="9525"/>
          </a:xfrm>
          <a:prstGeom prst="rect">
            <a:avLst/>
          </a:prstGeom>
          <a:solidFill>
            <a:srgbClr val="DFE7F1"/>
          </a:solidFill>
          <a:ln w="0">
            <a:solidFill>
              <a:srgbClr val="DFE7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nav-Overview">
            <a:extLst>
              <a:ext uri="{FF2B5EF4-FFF2-40B4-BE49-F238E27FC236}">
                <a16:creationId xmlns:a16="http://schemas.microsoft.com/office/drawing/2014/main" id="{AB4CD33A-A258-48A6-BD5A-1A68C2422C29}"/>
              </a:ext>
            </a:extLst>
          </p:cNvPr>
          <p:cNvSpPr>
            <a:spLocks noGrp="1"/>
          </p:cNvSpPr>
          <p:nvPr/>
        </p:nvSpPr>
        <p:spPr>
          <a:xfrm>
            <a:off x="152400" y="7810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icon-Overview-a">
            <a:extLst>
              <a:ext uri="{FF2B5EF4-FFF2-40B4-BE49-F238E27FC236}">
                <a16:creationId xmlns:a16="http://schemas.microsoft.com/office/drawing/2014/main" id="{3CADB5EB-0B55-43C3-9238-3BF51CC99DB7}"/>
              </a:ext>
            </a:extLst>
          </p:cNvPr>
          <p:cNvSpPr>
            <a:spLocks noGrp="1"/>
          </p:cNvSpPr>
          <p:nvPr/>
        </p:nvSpPr>
        <p:spPr>
          <a:xfrm>
            <a:off x="266700" y="8953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icon-Overview-b">
            <a:extLst>
              <a:ext uri="{FF2B5EF4-FFF2-40B4-BE49-F238E27FC236}">
                <a16:creationId xmlns:a16="http://schemas.microsoft.com/office/drawing/2014/main" id="{838156EC-E008-4577-89BB-9ADE2D8AC417}"/>
              </a:ext>
            </a:extLst>
          </p:cNvPr>
          <p:cNvSpPr>
            <a:spLocks noGrp="1"/>
          </p:cNvSpPr>
          <p:nvPr/>
        </p:nvSpPr>
        <p:spPr>
          <a:xfrm>
            <a:off x="371475" y="8953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icon-Overview-c">
            <a:extLst>
              <a:ext uri="{FF2B5EF4-FFF2-40B4-BE49-F238E27FC236}">
                <a16:creationId xmlns:a16="http://schemas.microsoft.com/office/drawing/2014/main" id="{1467C81E-565F-4DC6-A2C6-57C0308959E8}"/>
              </a:ext>
            </a:extLst>
          </p:cNvPr>
          <p:cNvSpPr>
            <a:spLocks noGrp="1"/>
          </p:cNvSpPr>
          <p:nvPr/>
        </p:nvSpPr>
        <p:spPr>
          <a:xfrm>
            <a:off x="266700" y="10001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icon-Overview-d">
            <a:extLst>
              <a:ext uri="{FF2B5EF4-FFF2-40B4-BE49-F238E27FC236}">
                <a16:creationId xmlns:a16="http://schemas.microsoft.com/office/drawing/2014/main" id="{C74A3ED2-E3F8-4318-929E-83E28EFA627F}"/>
              </a:ext>
            </a:extLst>
          </p:cNvPr>
          <p:cNvSpPr>
            <a:spLocks noGrp="1"/>
          </p:cNvSpPr>
          <p:nvPr/>
        </p:nvSpPr>
        <p:spPr>
          <a:xfrm>
            <a:off x="371475" y="10001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nav-Tab 1">
            <a:extLst>
              <a:ext uri="{FF2B5EF4-FFF2-40B4-BE49-F238E27FC236}">
                <a16:creationId xmlns:a16="http://schemas.microsoft.com/office/drawing/2014/main" id="{3F49CC29-FC1B-4777-905C-683B5C067101}"/>
              </a:ext>
            </a:extLst>
          </p:cNvPr>
          <p:cNvSpPr>
            <a:spLocks noGrp="1"/>
          </p:cNvSpPr>
          <p:nvPr/>
        </p:nvSpPr>
        <p:spPr>
          <a:xfrm>
            <a:off x="152400" y="118110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icon-Tab 1-a">
            <a:extLst>
              <a:ext uri="{FF2B5EF4-FFF2-40B4-BE49-F238E27FC236}">
                <a16:creationId xmlns:a16="http://schemas.microsoft.com/office/drawing/2014/main" id="{D9704A04-29E1-45E5-A8A1-754DDF283255}"/>
              </a:ext>
            </a:extLst>
          </p:cNvPr>
          <p:cNvSpPr>
            <a:spLocks noGrp="1"/>
          </p:cNvSpPr>
          <p:nvPr/>
        </p:nvSpPr>
        <p:spPr>
          <a:xfrm>
            <a:off x="266700" y="129540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icon-Tab 1-b">
            <a:extLst>
              <a:ext uri="{FF2B5EF4-FFF2-40B4-BE49-F238E27FC236}">
                <a16:creationId xmlns:a16="http://schemas.microsoft.com/office/drawing/2014/main" id="{CE83F2E0-2FFF-4BB5-802D-7E51D779AB71}"/>
              </a:ext>
            </a:extLst>
          </p:cNvPr>
          <p:cNvSpPr>
            <a:spLocks noGrp="1"/>
          </p:cNvSpPr>
          <p:nvPr/>
        </p:nvSpPr>
        <p:spPr>
          <a:xfrm>
            <a:off x="371475" y="129540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icon-Tab 1-c">
            <a:extLst>
              <a:ext uri="{FF2B5EF4-FFF2-40B4-BE49-F238E27FC236}">
                <a16:creationId xmlns:a16="http://schemas.microsoft.com/office/drawing/2014/main" id="{2FD08D36-0F3E-4BD7-9CD1-4C1239748ACF}"/>
              </a:ext>
            </a:extLst>
          </p:cNvPr>
          <p:cNvSpPr>
            <a:spLocks noGrp="1"/>
          </p:cNvSpPr>
          <p:nvPr/>
        </p:nvSpPr>
        <p:spPr>
          <a:xfrm>
            <a:off x="266700" y="140017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icon-Tab 1-d">
            <a:extLst>
              <a:ext uri="{FF2B5EF4-FFF2-40B4-BE49-F238E27FC236}">
                <a16:creationId xmlns:a16="http://schemas.microsoft.com/office/drawing/2014/main" id="{07F39B9E-BD7E-464D-B333-DF8A02F68153}"/>
              </a:ext>
            </a:extLst>
          </p:cNvPr>
          <p:cNvSpPr>
            <a:spLocks noGrp="1"/>
          </p:cNvSpPr>
          <p:nvPr/>
        </p:nvSpPr>
        <p:spPr>
          <a:xfrm>
            <a:off x="371475" y="140017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nav-Tab 2">
            <a:extLst>
              <a:ext uri="{FF2B5EF4-FFF2-40B4-BE49-F238E27FC236}">
                <a16:creationId xmlns:a16="http://schemas.microsoft.com/office/drawing/2014/main" id="{D83CEEE9-70B9-4A04-AD66-FABDF9C8B8DA}"/>
              </a:ext>
            </a:extLst>
          </p:cNvPr>
          <p:cNvSpPr>
            <a:spLocks noGrp="1"/>
          </p:cNvSpPr>
          <p:nvPr/>
        </p:nvSpPr>
        <p:spPr>
          <a:xfrm>
            <a:off x="152400" y="15811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icon-Tab 2-a">
            <a:extLst>
              <a:ext uri="{FF2B5EF4-FFF2-40B4-BE49-F238E27FC236}">
                <a16:creationId xmlns:a16="http://schemas.microsoft.com/office/drawing/2014/main" id="{B8CB1B89-25FF-4C35-B250-8A5ECA6E2284}"/>
              </a:ext>
            </a:extLst>
          </p:cNvPr>
          <p:cNvSpPr>
            <a:spLocks noGrp="1"/>
          </p:cNvSpPr>
          <p:nvPr/>
        </p:nvSpPr>
        <p:spPr>
          <a:xfrm>
            <a:off x="266700" y="16954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icon-Tab 2-b">
            <a:extLst>
              <a:ext uri="{FF2B5EF4-FFF2-40B4-BE49-F238E27FC236}">
                <a16:creationId xmlns:a16="http://schemas.microsoft.com/office/drawing/2014/main" id="{2212D00B-245A-4F49-9682-1BD5A7E0F748}"/>
              </a:ext>
            </a:extLst>
          </p:cNvPr>
          <p:cNvSpPr>
            <a:spLocks noGrp="1"/>
          </p:cNvSpPr>
          <p:nvPr/>
        </p:nvSpPr>
        <p:spPr>
          <a:xfrm>
            <a:off x="371475" y="16954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icon-Tab 2-c">
            <a:extLst>
              <a:ext uri="{FF2B5EF4-FFF2-40B4-BE49-F238E27FC236}">
                <a16:creationId xmlns:a16="http://schemas.microsoft.com/office/drawing/2014/main" id="{B874A403-1AA6-483B-B322-96C89DF39B70}"/>
              </a:ext>
            </a:extLst>
          </p:cNvPr>
          <p:cNvSpPr>
            <a:spLocks noGrp="1"/>
          </p:cNvSpPr>
          <p:nvPr/>
        </p:nvSpPr>
        <p:spPr>
          <a:xfrm>
            <a:off x="266700" y="18002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icon-Tab 2-d">
            <a:extLst>
              <a:ext uri="{FF2B5EF4-FFF2-40B4-BE49-F238E27FC236}">
                <a16:creationId xmlns:a16="http://schemas.microsoft.com/office/drawing/2014/main" id="{1DE5AF32-637E-4A8A-8948-E561E423C497}"/>
              </a:ext>
            </a:extLst>
          </p:cNvPr>
          <p:cNvSpPr>
            <a:spLocks noGrp="1"/>
          </p:cNvSpPr>
          <p:nvPr/>
        </p:nvSpPr>
        <p:spPr>
          <a:xfrm>
            <a:off x="371475" y="18002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nav-Tab 3">
            <a:extLst>
              <a:ext uri="{FF2B5EF4-FFF2-40B4-BE49-F238E27FC236}">
                <a16:creationId xmlns:a16="http://schemas.microsoft.com/office/drawing/2014/main" id="{DFDCED62-BEFA-4447-BE43-C49E335AB6E0}"/>
              </a:ext>
            </a:extLst>
          </p:cNvPr>
          <p:cNvSpPr>
            <a:spLocks noGrp="1"/>
          </p:cNvSpPr>
          <p:nvPr/>
        </p:nvSpPr>
        <p:spPr>
          <a:xfrm>
            <a:off x="152400" y="198120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icon-Tab 3-a">
            <a:extLst>
              <a:ext uri="{FF2B5EF4-FFF2-40B4-BE49-F238E27FC236}">
                <a16:creationId xmlns:a16="http://schemas.microsoft.com/office/drawing/2014/main" id="{E57655F1-8F0B-43DF-B23E-E9F19D5584F0}"/>
              </a:ext>
            </a:extLst>
          </p:cNvPr>
          <p:cNvSpPr>
            <a:spLocks noGrp="1"/>
          </p:cNvSpPr>
          <p:nvPr/>
        </p:nvSpPr>
        <p:spPr>
          <a:xfrm>
            <a:off x="266700" y="209550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icon-Tab 3-b">
            <a:extLst>
              <a:ext uri="{FF2B5EF4-FFF2-40B4-BE49-F238E27FC236}">
                <a16:creationId xmlns:a16="http://schemas.microsoft.com/office/drawing/2014/main" id="{FA9BE426-B2B6-4C42-A1AE-46606FAB8EE5}"/>
              </a:ext>
            </a:extLst>
          </p:cNvPr>
          <p:cNvSpPr>
            <a:spLocks noGrp="1"/>
          </p:cNvSpPr>
          <p:nvPr/>
        </p:nvSpPr>
        <p:spPr>
          <a:xfrm>
            <a:off x="371475" y="209550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icon-Tab 3-c">
            <a:extLst>
              <a:ext uri="{FF2B5EF4-FFF2-40B4-BE49-F238E27FC236}">
                <a16:creationId xmlns:a16="http://schemas.microsoft.com/office/drawing/2014/main" id="{C88BA997-124C-46C2-8AA9-5D109ADA14F1}"/>
              </a:ext>
            </a:extLst>
          </p:cNvPr>
          <p:cNvSpPr>
            <a:spLocks noGrp="1"/>
          </p:cNvSpPr>
          <p:nvPr/>
        </p:nvSpPr>
        <p:spPr>
          <a:xfrm>
            <a:off x="266700" y="220027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icon-Tab 3-d">
            <a:extLst>
              <a:ext uri="{FF2B5EF4-FFF2-40B4-BE49-F238E27FC236}">
                <a16:creationId xmlns:a16="http://schemas.microsoft.com/office/drawing/2014/main" id="{BF8C1863-F31F-4577-97C0-9098495A7BBE}"/>
              </a:ext>
            </a:extLst>
          </p:cNvPr>
          <p:cNvSpPr>
            <a:spLocks noGrp="1"/>
          </p:cNvSpPr>
          <p:nvPr/>
        </p:nvSpPr>
        <p:spPr>
          <a:xfrm>
            <a:off x="371475" y="220027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nav-Tab 4">
            <a:extLst>
              <a:ext uri="{FF2B5EF4-FFF2-40B4-BE49-F238E27FC236}">
                <a16:creationId xmlns:a16="http://schemas.microsoft.com/office/drawing/2014/main" id="{D22C8523-172F-4DF4-8A79-CB9D62D7865A}"/>
              </a:ext>
            </a:extLst>
          </p:cNvPr>
          <p:cNvSpPr>
            <a:spLocks noGrp="1"/>
          </p:cNvSpPr>
          <p:nvPr/>
        </p:nvSpPr>
        <p:spPr>
          <a:xfrm>
            <a:off x="152400" y="2381250"/>
            <a:ext cx="1409700" cy="381000"/>
          </a:xfrm>
          <a:prstGeom prst="rect">
            <a:avLst/>
          </a:prstGeom>
          <a:solidFill>
            <a:srgbClr val="28487D"/>
          </a:solidFill>
          <a:ln w="0">
            <a:solidFill>
              <a:srgbClr val="2848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nav-Tab 4-accent">
            <a:extLst>
              <a:ext uri="{FF2B5EF4-FFF2-40B4-BE49-F238E27FC236}">
                <a16:creationId xmlns:a16="http://schemas.microsoft.com/office/drawing/2014/main" id="{39252845-6FCA-4346-AD96-C06A24F36456}"/>
              </a:ext>
            </a:extLst>
          </p:cNvPr>
          <p:cNvSpPr>
            <a:spLocks noGrp="1"/>
          </p:cNvSpPr>
          <p:nvPr/>
        </p:nvSpPr>
        <p:spPr>
          <a:xfrm>
            <a:off x="0" y="2381250"/>
            <a:ext cx="38100" cy="3810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icon-Tab 4-a">
            <a:extLst>
              <a:ext uri="{FF2B5EF4-FFF2-40B4-BE49-F238E27FC236}">
                <a16:creationId xmlns:a16="http://schemas.microsoft.com/office/drawing/2014/main" id="{84358F5E-B8F0-4098-91D9-7417C848878D}"/>
              </a:ext>
            </a:extLst>
          </p:cNvPr>
          <p:cNvSpPr>
            <a:spLocks noGrp="1"/>
          </p:cNvSpPr>
          <p:nvPr/>
        </p:nvSpPr>
        <p:spPr>
          <a:xfrm>
            <a:off x="266700" y="24955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icon-Tab 4-b">
            <a:extLst>
              <a:ext uri="{FF2B5EF4-FFF2-40B4-BE49-F238E27FC236}">
                <a16:creationId xmlns:a16="http://schemas.microsoft.com/office/drawing/2014/main" id="{E363B892-C715-436D-8101-4271EC4FCD65}"/>
              </a:ext>
            </a:extLst>
          </p:cNvPr>
          <p:cNvSpPr>
            <a:spLocks noGrp="1"/>
          </p:cNvSpPr>
          <p:nvPr/>
        </p:nvSpPr>
        <p:spPr>
          <a:xfrm>
            <a:off x="371475" y="2495550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icon-Tab 4-c">
            <a:extLst>
              <a:ext uri="{FF2B5EF4-FFF2-40B4-BE49-F238E27FC236}">
                <a16:creationId xmlns:a16="http://schemas.microsoft.com/office/drawing/2014/main" id="{E2270D2C-F84B-44B7-9232-DD4E2F4685A0}"/>
              </a:ext>
            </a:extLst>
          </p:cNvPr>
          <p:cNvSpPr>
            <a:spLocks noGrp="1"/>
          </p:cNvSpPr>
          <p:nvPr/>
        </p:nvSpPr>
        <p:spPr>
          <a:xfrm>
            <a:off x="266700" y="26003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icon-Tab 4-d">
            <a:extLst>
              <a:ext uri="{FF2B5EF4-FFF2-40B4-BE49-F238E27FC236}">
                <a16:creationId xmlns:a16="http://schemas.microsoft.com/office/drawing/2014/main" id="{70D466A1-B425-4BE5-90EF-BE9096A79B4F}"/>
              </a:ext>
            </a:extLst>
          </p:cNvPr>
          <p:cNvSpPr>
            <a:spLocks noGrp="1"/>
          </p:cNvSpPr>
          <p:nvPr/>
        </p:nvSpPr>
        <p:spPr>
          <a:xfrm>
            <a:off x="371475" y="2600325"/>
            <a:ext cx="5715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13335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992978A-ECF8-4ACB-B137-93F0EB696D08}"/>
              </a:ext>
            </a:extLst>
          </p:cNvPr>
          <p:cNvSpPr>
            <a:spLocks noGrp="1"/>
          </p:cNvSpPr>
          <p:nvPr/>
        </p:nvSpPr>
        <p:spPr>
          <a:xfrm>
            <a:off x="209550" y="30289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FILTERS</a:t>
            </a:r>
          </a:p>
        </p:txBody>
      </p:sp>
      <p:sp>
        <p:nvSpPr>
          <p:cNvPr id="37" name="filter-container">
            <a:extLst>
              <a:ext uri="{FF2B5EF4-FFF2-40B4-BE49-F238E27FC236}">
                <a16:creationId xmlns:a16="http://schemas.microsoft.com/office/drawing/2014/main" id="{5C5BC71E-123B-43E3-84DA-BCD007F45B4C}"/>
              </a:ext>
            </a:extLst>
          </p:cNvPr>
          <p:cNvSpPr>
            <a:spLocks noGrp="1"/>
          </p:cNvSpPr>
          <p:nvPr/>
        </p:nvSpPr>
        <p:spPr>
          <a:xfrm>
            <a:off x="209550" y="3276600"/>
            <a:ext cx="1200150" cy="2609850"/>
          </a:xfrm>
          <a:prstGeom prst="rect">
            <a:avLst/>
          </a:prstGeom>
          <a:solidFill>
            <a:srgbClr val="2A3A51"/>
          </a:solidFill>
          <a:ln w="9525">
            <a:solidFill>
              <a:srgbClr val="4354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idebar-bottom-rule">
            <a:extLst>
              <a:ext uri="{FF2B5EF4-FFF2-40B4-BE49-F238E27FC236}">
                <a16:creationId xmlns:a16="http://schemas.microsoft.com/office/drawing/2014/main" id="{A4815FF1-1C6F-45FE-BCC4-C839FE67A8B3}"/>
              </a:ext>
            </a:extLst>
          </p:cNvPr>
          <p:cNvSpPr>
            <a:spLocks noGrp="1"/>
          </p:cNvSpPr>
          <p:nvPr/>
        </p:nvSpPr>
        <p:spPr>
          <a:xfrm>
            <a:off x="0" y="6229350"/>
            <a:ext cx="1676400" cy="952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set-button-bg">
            <a:extLst>
              <a:ext uri="{FF2B5EF4-FFF2-40B4-BE49-F238E27FC236}">
                <a16:creationId xmlns:a16="http://schemas.microsoft.com/office/drawing/2014/main" id="{3D77BA18-A424-4A69-923A-9146FBC39052}"/>
              </a:ext>
            </a:extLst>
          </p:cNvPr>
          <p:cNvSpPr>
            <a:spLocks noGrp="1"/>
          </p:cNvSpPr>
          <p:nvPr/>
        </p:nvSpPr>
        <p:spPr>
          <a:xfrm>
            <a:off x="190500" y="6438900"/>
            <a:ext cx="1295400" cy="266700"/>
          </a:xfrm>
          <a:prstGeom prst="rect">
            <a:avLst/>
          </a:prstGeom>
          <a:solidFill>
            <a:srgbClr val="1D4ED8"/>
          </a:solidFill>
          <a:ln w="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header-zone">
            <a:extLst>
              <a:ext uri="{FF2B5EF4-FFF2-40B4-BE49-F238E27FC236}">
                <a16:creationId xmlns:a16="http://schemas.microsoft.com/office/drawing/2014/main" id="{30C4A5FB-7F3C-4217-B0EC-9CE244E1C87D}"/>
              </a:ext>
            </a:extLst>
          </p:cNvPr>
          <p:cNvSpPr>
            <a:spLocks noGrp="1"/>
          </p:cNvSpPr>
          <p:nvPr/>
        </p:nvSpPr>
        <p:spPr>
          <a:xfrm>
            <a:off x="1943100" y="266700"/>
            <a:ext cx="99822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header-divider">
            <a:extLst>
              <a:ext uri="{FF2B5EF4-FFF2-40B4-BE49-F238E27FC236}">
                <a16:creationId xmlns:a16="http://schemas.microsoft.com/office/drawing/2014/main" id="{AC523047-946D-482F-8F9B-F68F7220DEBC}"/>
              </a:ext>
            </a:extLst>
          </p:cNvPr>
          <p:cNvSpPr>
            <a:spLocks noGrp="1"/>
          </p:cNvSpPr>
          <p:nvPr/>
        </p:nvSpPr>
        <p:spPr>
          <a:xfrm>
            <a:off x="1943100" y="781050"/>
            <a:ext cx="9982200" cy="9525"/>
          </a:xfrm>
          <a:prstGeom prst="rect">
            <a:avLst/>
          </a:prstGeom>
          <a:solidFill>
            <a:srgbClr val="E5EAF1"/>
          </a:solidFill>
          <a:ln w="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kpi-1">
            <a:extLst>
              <a:ext uri="{FF2B5EF4-FFF2-40B4-BE49-F238E27FC236}">
                <a16:creationId xmlns:a16="http://schemas.microsoft.com/office/drawing/2014/main" id="{06ECDF21-2681-49E3-8096-4EC5D5FC0E58}"/>
              </a:ext>
            </a:extLst>
          </p:cNvPr>
          <p:cNvSpPr>
            <a:spLocks noGrp="1"/>
          </p:cNvSpPr>
          <p:nvPr/>
        </p:nvSpPr>
        <p:spPr>
          <a:xfrm>
            <a:off x="1962150" y="1028700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kpi-2">
            <a:extLst>
              <a:ext uri="{FF2B5EF4-FFF2-40B4-BE49-F238E27FC236}">
                <a16:creationId xmlns:a16="http://schemas.microsoft.com/office/drawing/2014/main" id="{EF5D9035-8F4A-4B94-BB36-BBD400CB16B3}"/>
              </a:ext>
            </a:extLst>
          </p:cNvPr>
          <p:cNvSpPr>
            <a:spLocks noGrp="1"/>
          </p:cNvSpPr>
          <p:nvPr/>
        </p:nvSpPr>
        <p:spPr>
          <a:xfrm>
            <a:off x="4476750" y="1028700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kpi-3">
            <a:extLst>
              <a:ext uri="{FF2B5EF4-FFF2-40B4-BE49-F238E27FC236}">
                <a16:creationId xmlns:a16="http://schemas.microsoft.com/office/drawing/2014/main" id="{496C7C4E-1A76-4C94-9362-C29044A3B848}"/>
              </a:ext>
            </a:extLst>
          </p:cNvPr>
          <p:cNvSpPr>
            <a:spLocks noGrp="1"/>
          </p:cNvSpPr>
          <p:nvPr/>
        </p:nvSpPr>
        <p:spPr>
          <a:xfrm>
            <a:off x="7010400" y="1028700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kpi-4">
            <a:extLst>
              <a:ext uri="{FF2B5EF4-FFF2-40B4-BE49-F238E27FC236}">
                <a16:creationId xmlns:a16="http://schemas.microsoft.com/office/drawing/2014/main" id="{88B69E69-0419-4DC4-8BF6-C22209469191}"/>
              </a:ext>
            </a:extLst>
          </p:cNvPr>
          <p:cNvSpPr>
            <a:spLocks noGrp="1"/>
          </p:cNvSpPr>
          <p:nvPr/>
        </p:nvSpPr>
        <p:spPr>
          <a:xfrm>
            <a:off x="9544050" y="1057275"/>
            <a:ext cx="23812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main-chart">
            <a:extLst>
              <a:ext uri="{FF2B5EF4-FFF2-40B4-BE49-F238E27FC236}">
                <a16:creationId xmlns:a16="http://schemas.microsoft.com/office/drawing/2014/main" id="{14968F8B-6FDF-4187-BA42-A87DC8E684C6}"/>
              </a:ext>
            </a:extLst>
          </p:cNvPr>
          <p:cNvSpPr>
            <a:spLocks noGrp="1"/>
          </p:cNvSpPr>
          <p:nvPr/>
        </p:nvSpPr>
        <p:spPr>
          <a:xfrm>
            <a:off x="1962150" y="2171700"/>
            <a:ext cx="6381750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upporting-chart-right">
            <a:extLst>
              <a:ext uri="{FF2B5EF4-FFF2-40B4-BE49-F238E27FC236}">
                <a16:creationId xmlns:a16="http://schemas.microsoft.com/office/drawing/2014/main" id="{B66197E0-C416-4457-BD1C-B2209C558B5D}"/>
              </a:ext>
            </a:extLst>
          </p:cNvPr>
          <p:cNvSpPr>
            <a:spLocks noGrp="1"/>
          </p:cNvSpPr>
          <p:nvPr/>
        </p:nvSpPr>
        <p:spPr>
          <a:xfrm>
            <a:off x="8515350" y="2171700"/>
            <a:ext cx="3409950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upporting-chart-bottom">
            <a:extLst>
              <a:ext uri="{FF2B5EF4-FFF2-40B4-BE49-F238E27FC236}">
                <a16:creationId xmlns:a16="http://schemas.microsoft.com/office/drawing/2014/main" id="{0B8403DF-7529-42C5-9F59-D83A12C8BFDC}"/>
              </a:ext>
            </a:extLst>
          </p:cNvPr>
          <p:cNvSpPr>
            <a:spLocks noGrp="1"/>
          </p:cNvSpPr>
          <p:nvPr/>
        </p:nvSpPr>
        <p:spPr>
          <a:xfrm>
            <a:off x="1943100" y="5029200"/>
            <a:ext cx="4457700" cy="1562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detail-table">
            <a:extLst>
              <a:ext uri="{FF2B5EF4-FFF2-40B4-BE49-F238E27FC236}">
                <a16:creationId xmlns:a16="http://schemas.microsoft.com/office/drawing/2014/main" id="{F752AED8-30B4-4F9A-A211-B939F2DA5BB1}"/>
              </a:ext>
            </a:extLst>
          </p:cNvPr>
          <p:cNvSpPr>
            <a:spLocks noGrp="1"/>
          </p:cNvSpPr>
          <p:nvPr/>
        </p:nvSpPr>
        <p:spPr>
          <a:xfrm>
            <a:off x="6591300" y="5029200"/>
            <a:ext cx="5334000" cy="15621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header-accent">
            <a:extLst>
              <a:ext uri="{FF2B5EF4-FFF2-40B4-BE49-F238E27FC236}">
                <a16:creationId xmlns:a16="http://schemas.microsoft.com/office/drawing/2014/main" id="{0E517806-BA00-4242-A362-0A09C4A49149}"/>
              </a:ext>
            </a:extLst>
          </p:cNvPr>
          <p:cNvSpPr>
            <a:spLocks noGrp="1"/>
          </p:cNvSpPr>
          <p:nvPr/>
        </p:nvSpPr>
        <p:spPr>
          <a:xfrm>
            <a:off x="1943100" y="895350"/>
            <a:ext cx="609600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5631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DocSecurity>0</DocSecurity>
  <PresentationFormat>Widescreen</PresentationFormat>
  <Paragraphs>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DƯƠNG TUẤN ANH</cp:lastModifiedBy>
  <cp:revision>2</cp:revision>
  <dcterms:created xsi:type="dcterms:W3CDTF">2026-06-14T10:29:00Z</dcterms:created>
  <dcterms:modified xsi:type="dcterms:W3CDTF">2026-06-14T10:32:52Z</dcterms:modified>
</cp:coreProperties>
</file>